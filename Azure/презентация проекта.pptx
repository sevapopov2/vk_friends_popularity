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57;&#1077;&#1074;&#1072;\&#1080;&#1085;&#1092;&#1086;&#1088;&#1084;&#1072;&#1090;&#1080;&#1082;&#1072;\microsoft\vk\Azure\Seva_MYVKApp3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[Seva_MYVKApp33.xlsx]Лист2!$L$1</c:f>
              <c:strCache>
                <c:ptCount val="1"/>
                <c:pt idx="0">
                  <c:v>influence_score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[Seva_MYVKApp33.xlsx]Лист2!$K$2:$K$11</c:f>
              <c:strCache>
                <c:ptCount val="10"/>
                <c:pt idx="0">
                  <c:v>Город Домодедово</c:v>
                </c:pt>
                <c:pt idx="1">
                  <c:v>Данил Плешаков</c:v>
                </c:pt>
                <c:pt idx="2">
                  <c:v>Екатерина Фаевцева</c:v>
                </c:pt>
                <c:pt idx="3">
                  <c:v>Михаил Самарский</c:v>
                </c:pt>
                <c:pt idx="4">
                  <c:v>Богдан Тимберг</c:v>
                </c:pt>
                <c:pt idx="5">
                  <c:v>Наташа Минакова</c:v>
                </c:pt>
                <c:pt idx="6">
                  <c:v>Руслан Копылов</c:v>
                </c:pt>
                <c:pt idx="7">
                  <c:v>Матвей Богатырёв</c:v>
                </c:pt>
                <c:pt idx="8">
                  <c:v>Кирилл Золотарев</c:v>
                </c:pt>
                <c:pt idx="9">
                  <c:v>Даша Слюсаренко</c:v>
                </c:pt>
              </c:strCache>
            </c:strRef>
          </c:cat>
          <c:val>
            <c:numRef>
              <c:f>[Seva_MYVKApp33.xlsx]Лист2!$L$2:$L$11</c:f>
              <c:numCache>
                <c:formatCode>General</c:formatCode>
                <c:ptCount val="10"/>
                <c:pt idx="0">
                  <c:v>0.83773381884910503</c:v>
                </c:pt>
                <c:pt idx="1">
                  <c:v>0.76570999773246595</c:v>
                </c:pt>
                <c:pt idx="2">
                  <c:v>0.74074407989068702</c:v>
                </c:pt>
                <c:pt idx="3">
                  <c:v>0.62395247130544595</c:v>
                </c:pt>
                <c:pt idx="4">
                  <c:v>0.56852455293725501</c:v>
                </c:pt>
                <c:pt idx="5">
                  <c:v>0.56100414274432797</c:v>
                </c:pt>
                <c:pt idx="6">
                  <c:v>0.52767271250921299</c:v>
                </c:pt>
                <c:pt idx="7">
                  <c:v>0.51682357663128498</c:v>
                </c:pt>
                <c:pt idx="8">
                  <c:v>0.51421096036031799</c:v>
                </c:pt>
                <c:pt idx="9">
                  <c:v>0.50989685519746097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AB-40F7-BA71-A63E0C9C43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7343400"/>
        <c:axId val="477343728"/>
      </c:barChart>
      <c:catAx>
        <c:axId val="477343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7343728"/>
        <c:crosses val="autoZero"/>
        <c:auto val="1"/>
        <c:lblAlgn val="ctr"/>
        <c:lblOffset val="100"/>
        <c:noMultiLvlLbl val="0"/>
      </c:catAx>
      <c:valAx>
        <c:axId val="47734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7343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070BDD-2018-4505-8441-9B9BBA9D4935}" type="doc">
      <dgm:prSet loTypeId="urn:microsoft.com/office/officeart/2008/layout/LinedList" loCatId="list" qsTypeId="urn:microsoft.com/office/officeart/2005/8/quickstyle/simple3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55A74F2A-D55F-48ED-890E-02DF1AC4C5A5}">
      <dgm:prSet/>
      <dgm:spPr/>
      <dgm:t>
        <a:bodyPr/>
        <a:lstStyle/>
        <a:p>
          <a:r>
            <a:rPr lang="ru-RU"/>
            <a:t>Цель проекта:</a:t>
          </a:r>
          <a:endParaRPr lang="en-US"/>
        </a:p>
      </dgm:t>
    </dgm:pt>
    <dgm:pt modelId="{EA344F24-4D10-412E-84DD-01555E3D3E2A}" type="parTrans" cxnId="{C674C934-78FD-4224-B4A4-F1884674265C}">
      <dgm:prSet/>
      <dgm:spPr/>
      <dgm:t>
        <a:bodyPr/>
        <a:lstStyle/>
        <a:p>
          <a:endParaRPr lang="en-US"/>
        </a:p>
      </dgm:t>
    </dgm:pt>
    <dgm:pt modelId="{23DA79F1-E071-48F1-88DD-8018B09DC263}" type="sibTrans" cxnId="{C674C934-78FD-4224-B4A4-F1884674265C}">
      <dgm:prSet/>
      <dgm:spPr/>
      <dgm:t>
        <a:bodyPr/>
        <a:lstStyle/>
        <a:p>
          <a:endParaRPr lang="en-US"/>
        </a:p>
      </dgm:t>
    </dgm:pt>
    <dgm:pt modelId="{BA5DD1BA-3EAD-41EE-AEFA-470C4C90952A}">
      <dgm:prSet/>
      <dgm:spPr/>
      <dgm:t>
        <a:bodyPr/>
        <a:lstStyle/>
        <a:p>
          <a:r>
            <a:rPr lang="ru-RU"/>
            <a:t>Определить рейтинг влиятельности моих друзей</a:t>
          </a:r>
          <a:endParaRPr lang="en-US"/>
        </a:p>
      </dgm:t>
    </dgm:pt>
    <dgm:pt modelId="{A475C046-5970-4390-8431-203AC393E644}" type="parTrans" cxnId="{936B7965-A592-4846-8B1E-C6500A486E48}">
      <dgm:prSet/>
      <dgm:spPr/>
      <dgm:t>
        <a:bodyPr/>
        <a:lstStyle/>
        <a:p>
          <a:endParaRPr lang="en-US"/>
        </a:p>
      </dgm:t>
    </dgm:pt>
    <dgm:pt modelId="{441C3996-FA9B-4717-B47A-7FBB08733BDD}" type="sibTrans" cxnId="{936B7965-A592-4846-8B1E-C6500A486E48}">
      <dgm:prSet/>
      <dgm:spPr/>
      <dgm:t>
        <a:bodyPr/>
        <a:lstStyle/>
        <a:p>
          <a:endParaRPr lang="en-US"/>
        </a:p>
      </dgm:t>
    </dgm:pt>
    <dgm:pt modelId="{F685309B-8F3D-43A6-88E7-3F292A9AF887}">
      <dgm:prSet/>
      <dgm:spPr/>
      <dgm:t>
        <a:bodyPr/>
        <a:lstStyle/>
        <a:p>
          <a:r>
            <a:rPr lang="ru-RU"/>
            <a:t>Я пользуюсь разными соцсетями, но чаще всего я пользуюсь </a:t>
          </a:r>
          <a:r>
            <a:rPr lang="en-US"/>
            <a:t>vk.com,</a:t>
          </a:r>
          <a:r>
            <a:rPr lang="ru-RU"/>
            <a:t> поэтому мы решили с помощью технологии машинного обучения определить, кто из моих друзей имеет большее влияние на окружающих</a:t>
          </a:r>
          <a:endParaRPr lang="en-US"/>
        </a:p>
      </dgm:t>
    </dgm:pt>
    <dgm:pt modelId="{B5C7B4C4-3C50-4036-85D2-85CD9B89A45E}" type="parTrans" cxnId="{B93D0F06-2D10-4E5D-B99C-61F463DE54A6}">
      <dgm:prSet/>
      <dgm:spPr/>
      <dgm:t>
        <a:bodyPr/>
        <a:lstStyle/>
        <a:p>
          <a:endParaRPr lang="en-US"/>
        </a:p>
      </dgm:t>
    </dgm:pt>
    <dgm:pt modelId="{FF977479-1BD1-4C98-99EF-3B8E94D21614}" type="sibTrans" cxnId="{B93D0F06-2D10-4E5D-B99C-61F463DE54A6}">
      <dgm:prSet/>
      <dgm:spPr/>
      <dgm:t>
        <a:bodyPr/>
        <a:lstStyle/>
        <a:p>
          <a:endParaRPr lang="en-US"/>
        </a:p>
      </dgm:t>
    </dgm:pt>
    <dgm:pt modelId="{2B444CCF-92CF-4871-BC54-5E3D749F7B56}" type="pres">
      <dgm:prSet presAssocID="{CA070BDD-2018-4505-8441-9B9BBA9D4935}" presName="vert0" presStyleCnt="0">
        <dgm:presLayoutVars>
          <dgm:dir/>
          <dgm:animOne val="branch"/>
          <dgm:animLvl val="lvl"/>
        </dgm:presLayoutVars>
      </dgm:prSet>
      <dgm:spPr/>
    </dgm:pt>
    <dgm:pt modelId="{33B5D05B-F7F2-49C6-B43D-8CE6DAC5CEA4}" type="pres">
      <dgm:prSet presAssocID="{55A74F2A-D55F-48ED-890E-02DF1AC4C5A5}" presName="thickLine" presStyleLbl="alignNode1" presStyleIdx="0" presStyleCnt="1"/>
      <dgm:spPr/>
    </dgm:pt>
    <dgm:pt modelId="{4F987CC1-4A32-4C4D-9C5A-1B0634CD5077}" type="pres">
      <dgm:prSet presAssocID="{55A74F2A-D55F-48ED-890E-02DF1AC4C5A5}" presName="horz1" presStyleCnt="0"/>
      <dgm:spPr/>
    </dgm:pt>
    <dgm:pt modelId="{CC1FB627-CA08-4380-AEC0-CAF6D72C549E}" type="pres">
      <dgm:prSet presAssocID="{55A74F2A-D55F-48ED-890E-02DF1AC4C5A5}" presName="tx1" presStyleLbl="revTx" presStyleIdx="0" presStyleCnt="3"/>
      <dgm:spPr/>
    </dgm:pt>
    <dgm:pt modelId="{F185C561-5615-45C9-923E-B7C49A756B5E}" type="pres">
      <dgm:prSet presAssocID="{55A74F2A-D55F-48ED-890E-02DF1AC4C5A5}" presName="vert1" presStyleCnt="0"/>
      <dgm:spPr/>
    </dgm:pt>
    <dgm:pt modelId="{71AA1A2F-C8F1-419D-BC5E-25ACF4DFA688}" type="pres">
      <dgm:prSet presAssocID="{BA5DD1BA-3EAD-41EE-AEFA-470C4C90952A}" presName="vertSpace2a" presStyleCnt="0"/>
      <dgm:spPr/>
    </dgm:pt>
    <dgm:pt modelId="{9B4FB6DF-F890-4C65-8A26-0C12D3C1D87A}" type="pres">
      <dgm:prSet presAssocID="{BA5DD1BA-3EAD-41EE-AEFA-470C4C90952A}" presName="horz2" presStyleCnt="0"/>
      <dgm:spPr/>
    </dgm:pt>
    <dgm:pt modelId="{4F0D1133-BF9B-4196-9548-07EE124F1E56}" type="pres">
      <dgm:prSet presAssocID="{BA5DD1BA-3EAD-41EE-AEFA-470C4C90952A}" presName="horzSpace2" presStyleCnt="0"/>
      <dgm:spPr/>
    </dgm:pt>
    <dgm:pt modelId="{37C25320-BCBD-4408-9F51-4D4830F8F583}" type="pres">
      <dgm:prSet presAssocID="{BA5DD1BA-3EAD-41EE-AEFA-470C4C90952A}" presName="tx2" presStyleLbl="revTx" presStyleIdx="1" presStyleCnt="3"/>
      <dgm:spPr/>
    </dgm:pt>
    <dgm:pt modelId="{95A3BCBC-1B74-48AE-B30E-795BE89725CD}" type="pres">
      <dgm:prSet presAssocID="{BA5DD1BA-3EAD-41EE-AEFA-470C4C90952A}" presName="vert2" presStyleCnt="0"/>
      <dgm:spPr/>
    </dgm:pt>
    <dgm:pt modelId="{0E41F15F-6364-4933-830F-7BBDB7D9BA3D}" type="pres">
      <dgm:prSet presAssocID="{BA5DD1BA-3EAD-41EE-AEFA-470C4C90952A}" presName="thinLine2b" presStyleLbl="callout" presStyleIdx="0" presStyleCnt="2"/>
      <dgm:spPr/>
    </dgm:pt>
    <dgm:pt modelId="{C5D65B42-C837-4144-8704-8EBFC5B03C21}" type="pres">
      <dgm:prSet presAssocID="{BA5DD1BA-3EAD-41EE-AEFA-470C4C90952A}" presName="vertSpace2b" presStyleCnt="0"/>
      <dgm:spPr/>
    </dgm:pt>
    <dgm:pt modelId="{1804DB5E-DDD5-43BC-A5F0-9591BA1AF12A}" type="pres">
      <dgm:prSet presAssocID="{F685309B-8F3D-43A6-88E7-3F292A9AF887}" presName="horz2" presStyleCnt="0"/>
      <dgm:spPr/>
    </dgm:pt>
    <dgm:pt modelId="{35E159C6-8C40-44CB-9D43-25421E00999C}" type="pres">
      <dgm:prSet presAssocID="{F685309B-8F3D-43A6-88E7-3F292A9AF887}" presName="horzSpace2" presStyleCnt="0"/>
      <dgm:spPr/>
    </dgm:pt>
    <dgm:pt modelId="{B095662A-D1A8-43DB-9A01-F41C4FDD44E1}" type="pres">
      <dgm:prSet presAssocID="{F685309B-8F3D-43A6-88E7-3F292A9AF887}" presName="tx2" presStyleLbl="revTx" presStyleIdx="2" presStyleCnt="3"/>
      <dgm:spPr/>
    </dgm:pt>
    <dgm:pt modelId="{5985D4C2-BEE4-4264-B0CF-25D9F5D6EA18}" type="pres">
      <dgm:prSet presAssocID="{F685309B-8F3D-43A6-88E7-3F292A9AF887}" presName="vert2" presStyleCnt="0"/>
      <dgm:spPr/>
    </dgm:pt>
    <dgm:pt modelId="{216D42FC-88EB-4F0E-8A8D-7B2EE87299B1}" type="pres">
      <dgm:prSet presAssocID="{F685309B-8F3D-43A6-88E7-3F292A9AF887}" presName="thinLine2b" presStyleLbl="callout" presStyleIdx="1" presStyleCnt="2"/>
      <dgm:spPr/>
    </dgm:pt>
    <dgm:pt modelId="{C827D9C2-72E7-45FB-A72A-B29144F452D8}" type="pres">
      <dgm:prSet presAssocID="{F685309B-8F3D-43A6-88E7-3F292A9AF887}" presName="vertSpace2b" presStyleCnt="0"/>
      <dgm:spPr/>
    </dgm:pt>
  </dgm:ptLst>
  <dgm:cxnLst>
    <dgm:cxn modelId="{B93D0F06-2D10-4E5D-B99C-61F463DE54A6}" srcId="{55A74F2A-D55F-48ED-890E-02DF1AC4C5A5}" destId="{F685309B-8F3D-43A6-88E7-3F292A9AF887}" srcOrd="1" destOrd="0" parTransId="{B5C7B4C4-3C50-4036-85D2-85CD9B89A45E}" sibTransId="{FF977479-1BD1-4C98-99EF-3B8E94D21614}"/>
    <dgm:cxn modelId="{1F12DE27-5CD9-43D0-997F-31A003A52B40}" type="presOf" srcId="{55A74F2A-D55F-48ED-890E-02DF1AC4C5A5}" destId="{CC1FB627-CA08-4380-AEC0-CAF6D72C549E}" srcOrd="0" destOrd="0" presId="urn:microsoft.com/office/officeart/2008/layout/LinedList"/>
    <dgm:cxn modelId="{C674C934-78FD-4224-B4A4-F1884674265C}" srcId="{CA070BDD-2018-4505-8441-9B9BBA9D4935}" destId="{55A74F2A-D55F-48ED-890E-02DF1AC4C5A5}" srcOrd="0" destOrd="0" parTransId="{EA344F24-4D10-412E-84DD-01555E3D3E2A}" sibTransId="{23DA79F1-E071-48F1-88DD-8018B09DC263}"/>
    <dgm:cxn modelId="{936B7965-A592-4846-8B1E-C6500A486E48}" srcId="{55A74F2A-D55F-48ED-890E-02DF1AC4C5A5}" destId="{BA5DD1BA-3EAD-41EE-AEFA-470C4C90952A}" srcOrd="0" destOrd="0" parTransId="{A475C046-5970-4390-8431-203AC393E644}" sibTransId="{441C3996-FA9B-4717-B47A-7FBB08733BDD}"/>
    <dgm:cxn modelId="{470F288E-E8B2-4A32-A17D-594E0A3D8474}" type="presOf" srcId="{CA070BDD-2018-4505-8441-9B9BBA9D4935}" destId="{2B444CCF-92CF-4871-BC54-5E3D749F7B56}" srcOrd="0" destOrd="0" presId="urn:microsoft.com/office/officeart/2008/layout/LinedList"/>
    <dgm:cxn modelId="{D4BF9DDA-B482-4E45-9545-C70A8107251B}" type="presOf" srcId="{F685309B-8F3D-43A6-88E7-3F292A9AF887}" destId="{B095662A-D1A8-43DB-9A01-F41C4FDD44E1}" srcOrd="0" destOrd="0" presId="urn:microsoft.com/office/officeart/2008/layout/LinedList"/>
    <dgm:cxn modelId="{547462E5-7205-4F2A-AE34-647FA82E021A}" type="presOf" srcId="{BA5DD1BA-3EAD-41EE-AEFA-470C4C90952A}" destId="{37C25320-BCBD-4408-9F51-4D4830F8F583}" srcOrd="0" destOrd="0" presId="urn:microsoft.com/office/officeart/2008/layout/LinedList"/>
    <dgm:cxn modelId="{E79E61D3-C02E-4055-8A71-917DE780F660}" type="presParOf" srcId="{2B444CCF-92CF-4871-BC54-5E3D749F7B56}" destId="{33B5D05B-F7F2-49C6-B43D-8CE6DAC5CEA4}" srcOrd="0" destOrd="0" presId="urn:microsoft.com/office/officeart/2008/layout/LinedList"/>
    <dgm:cxn modelId="{4598E558-4FDD-4AC6-B44D-ABBFA9782F2E}" type="presParOf" srcId="{2B444CCF-92CF-4871-BC54-5E3D749F7B56}" destId="{4F987CC1-4A32-4C4D-9C5A-1B0634CD5077}" srcOrd="1" destOrd="0" presId="urn:microsoft.com/office/officeart/2008/layout/LinedList"/>
    <dgm:cxn modelId="{35C89155-8E14-44E2-98BA-2D83E87A75D5}" type="presParOf" srcId="{4F987CC1-4A32-4C4D-9C5A-1B0634CD5077}" destId="{CC1FB627-CA08-4380-AEC0-CAF6D72C549E}" srcOrd="0" destOrd="0" presId="urn:microsoft.com/office/officeart/2008/layout/LinedList"/>
    <dgm:cxn modelId="{C5DDE7CA-C964-4E09-AFBD-B0B81C13E55C}" type="presParOf" srcId="{4F987CC1-4A32-4C4D-9C5A-1B0634CD5077}" destId="{F185C561-5615-45C9-923E-B7C49A756B5E}" srcOrd="1" destOrd="0" presId="urn:microsoft.com/office/officeart/2008/layout/LinedList"/>
    <dgm:cxn modelId="{35ACE347-1CE9-4092-A484-05D739F439B5}" type="presParOf" srcId="{F185C561-5615-45C9-923E-B7C49A756B5E}" destId="{71AA1A2F-C8F1-419D-BC5E-25ACF4DFA688}" srcOrd="0" destOrd="0" presId="urn:microsoft.com/office/officeart/2008/layout/LinedList"/>
    <dgm:cxn modelId="{94AABB63-702B-4331-A9D8-B5764A29C4A6}" type="presParOf" srcId="{F185C561-5615-45C9-923E-B7C49A756B5E}" destId="{9B4FB6DF-F890-4C65-8A26-0C12D3C1D87A}" srcOrd="1" destOrd="0" presId="urn:microsoft.com/office/officeart/2008/layout/LinedList"/>
    <dgm:cxn modelId="{E2F11510-369E-433D-9C15-23ACD4A53417}" type="presParOf" srcId="{9B4FB6DF-F890-4C65-8A26-0C12D3C1D87A}" destId="{4F0D1133-BF9B-4196-9548-07EE124F1E56}" srcOrd="0" destOrd="0" presId="urn:microsoft.com/office/officeart/2008/layout/LinedList"/>
    <dgm:cxn modelId="{C291E88E-F166-48BC-952F-D35D9BC66335}" type="presParOf" srcId="{9B4FB6DF-F890-4C65-8A26-0C12D3C1D87A}" destId="{37C25320-BCBD-4408-9F51-4D4830F8F583}" srcOrd="1" destOrd="0" presId="urn:microsoft.com/office/officeart/2008/layout/LinedList"/>
    <dgm:cxn modelId="{78B075E6-F80B-4400-8954-7CA9572FB837}" type="presParOf" srcId="{9B4FB6DF-F890-4C65-8A26-0C12D3C1D87A}" destId="{95A3BCBC-1B74-48AE-B30E-795BE89725CD}" srcOrd="2" destOrd="0" presId="urn:microsoft.com/office/officeart/2008/layout/LinedList"/>
    <dgm:cxn modelId="{62DCF6C8-B1C1-4545-8E7B-15868027D70D}" type="presParOf" srcId="{F185C561-5615-45C9-923E-B7C49A756B5E}" destId="{0E41F15F-6364-4933-830F-7BBDB7D9BA3D}" srcOrd="2" destOrd="0" presId="urn:microsoft.com/office/officeart/2008/layout/LinedList"/>
    <dgm:cxn modelId="{DEE5D20D-2BED-4C9F-BA18-A34A7C15C60A}" type="presParOf" srcId="{F185C561-5615-45C9-923E-B7C49A756B5E}" destId="{C5D65B42-C837-4144-8704-8EBFC5B03C21}" srcOrd="3" destOrd="0" presId="urn:microsoft.com/office/officeart/2008/layout/LinedList"/>
    <dgm:cxn modelId="{E3C45533-48B3-4F70-A12C-FFA3BD0BF7EF}" type="presParOf" srcId="{F185C561-5615-45C9-923E-B7C49A756B5E}" destId="{1804DB5E-DDD5-43BC-A5F0-9591BA1AF12A}" srcOrd="4" destOrd="0" presId="urn:microsoft.com/office/officeart/2008/layout/LinedList"/>
    <dgm:cxn modelId="{41555736-4976-4722-860B-B017AF716D78}" type="presParOf" srcId="{1804DB5E-DDD5-43BC-A5F0-9591BA1AF12A}" destId="{35E159C6-8C40-44CB-9D43-25421E00999C}" srcOrd="0" destOrd="0" presId="urn:microsoft.com/office/officeart/2008/layout/LinedList"/>
    <dgm:cxn modelId="{1C2BF57B-A0D5-4C34-BE6B-CCE9A848FFDB}" type="presParOf" srcId="{1804DB5E-DDD5-43BC-A5F0-9591BA1AF12A}" destId="{B095662A-D1A8-43DB-9A01-F41C4FDD44E1}" srcOrd="1" destOrd="0" presId="urn:microsoft.com/office/officeart/2008/layout/LinedList"/>
    <dgm:cxn modelId="{316514A9-1405-473E-BF5D-20427A917C5C}" type="presParOf" srcId="{1804DB5E-DDD5-43BC-A5F0-9591BA1AF12A}" destId="{5985D4C2-BEE4-4264-B0CF-25D9F5D6EA18}" srcOrd="2" destOrd="0" presId="urn:microsoft.com/office/officeart/2008/layout/LinedList"/>
    <dgm:cxn modelId="{2663A760-EC57-4100-B24B-D6F92A12EC9F}" type="presParOf" srcId="{F185C561-5615-45C9-923E-B7C49A756B5E}" destId="{216D42FC-88EB-4F0E-8A8D-7B2EE87299B1}" srcOrd="5" destOrd="0" presId="urn:microsoft.com/office/officeart/2008/layout/LinedList"/>
    <dgm:cxn modelId="{A36275F4-3021-4D43-9EA0-680D962AB0A9}" type="presParOf" srcId="{F185C561-5615-45C9-923E-B7C49A756B5E}" destId="{C827D9C2-72E7-45FB-A72A-B29144F452D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779074-05EE-458B-8616-9D7522C31C04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40CC442-91C2-4CA5-8B16-C0D27B3E749F}">
      <dgm:prSet/>
      <dgm:spPr/>
      <dgm:t>
        <a:bodyPr/>
        <a:lstStyle/>
        <a:p>
          <a:r>
            <a:rPr lang="en-US"/>
            <a:t>Python</a:t>
          </a:r>
          <a:r>
            <a:rPr lang="ru-RU"/>
            <a:t> – Язык программирования</a:t>
          </a:r>
          <a:endParaRPr lang="en-US"/>
        </a:p>
      </dgm:t>
    </dgm:pt>
    <dgm:pt modelId="{E0F8C67E-699E-45B1-85D2-9D0A12785F9B}" type="parTrans" cxnId="{97A05B81-C3F8-4E28-B567-04E254D90EB4}">
      <dgm:prSet/>
      <dgm:spPr/>
      <dgm:t>
        <a:bodyPr/>
        <a:lstStyle/>
        <a:p>
          <a:endParaRPr lang="en-US"/>
        </a:p>
      </dgm:t>
    </dgm:pt>
    <dgm:pt modelId="{99C7D2CD-5AF0-4BC9-96B4-384FA6BA7E68}" type="sibTrans" cxnId="{97A05B81-C3F8-4E28-B567-04E254D90EB4}">
      <dgm:prSet/>
      <dgm:spPr/>
      <dgm:t>
        <a:bodyPr/>
        <a:lstStyle/>
        <a:p>
          <a:endParaRPr lang="en-US"/>
        </a:p>
      </dgm:t>
    </dgm:pt>
    <dgm:pt modelId="{6BA9ACF6-3009-4B80-B67A-7DD06971DB65}">
      <dgm:prSet/>
      <dgm:spPr/>
      <dgm:t>
        <a:bodyPr/>
        <a:lstStyle/>
        <a:p>
          <a:r>
            <a:rPr lang="en-US"/>
            <a:t>API vk.com</a:t>
          </a:r>
          <a:r>
            <a:rPr lang="ru-RU"/>
            <a:t> – Получение данных о пользователях</a:t>
          </a:r>
          <a:endParaRPr lang="en-US"/>
        </a:p>
      </dgm:t>
    </dgm:pt>
    <dgm:pt modelId="{8FF1ED5D-3ADA-4934-BC45-9A4A799B5C36}" type="parTrans" cxnId="{7BD1E03E-46AF-4179-B244-3A286D7671CE}">
      <dgm:prSet/>
      <dgm:spPr/>
      <dgm:t>
        <a:bodyPr/>
        <a:lstStyle/>
        <a:p>
          <a:endParaRPr lang="en-US"/>
        </a:p>
      </dgm:t>
    </dgm:pt>
    <dgm:pt modelId="{F8F091AE-0586-4114-B7E3-32E9A676D5E9}" type="sibTrans" cxnId="{7BD1E03E-46AF-4179-B244-3A286D7671CE}">
      <dgm:prSet/>
      <dgm:spPr/>
      <dgm:t>
        <a:bodyPr/>
        <a:lstStyle/>
        <a:p>
          <a:endParaRPr lang="en-US"/>
        </a:p>
      </dgm:t>
    </dgm:pt>
    <dgm:pt modelId="{6DC1C122-0C29-46F0-8380-617DF1AB44D3}">
      <dgm:prSet/>
      <dgm:spPr/>
      <dgm:t>
        <a:bodyPr/>
        <a:lstStyle/>
        <a:p>
          <a:r>
            <a:rPr lang="en-US"/>
            <a:t>Azure Tables</a:t>
          </a:r>
          <a:r>
            <a:rPr lang="ru-RU"/>
            <a:t> – Хранение данных</a:t>
          </a:r>
          <a:endParaRPr lang="en-US"/>
        </a:p>
      </dgm:t>
    </dgm:pt>
    <dgm:pt modelId="{F7F3F0FD-FD25-4F16-A10B-6C579AA7E357}" type="parTrans" cxnId="{56076FD4-9B2D-4F70-BCBB-35A765350EED}">
      <dgm:prSet/>
      <dgm:spPr/>
      <dgm:t>
        <a:bodyPr/>
        <a:lstStyle/>
        <a:p>
          <a:endParaRPr lang="en-US"/>
        </a:p>
      </dgm:t>
    </dgm:pt>
    <dgm:pt modelId="{D0FE58AA-3C32-4A90-99B9-A7FD7830161F}" type="sibTrans" cxnId="{56076FD4-9B2D-4F70-BCBB-35A765350EED}">
      <dgm:prSet/>
      <dgm:spPr/>
      <dgm:t>
        <a:bodyPr/>
        <a:lstStyle/>
        <a:p>
          <a:endParaRPr lang="en-US"/>
        </a:p>
      </dgm:t>
    </dgm:pt>
    <dgm:pt modelId="{920FE27F-D56D-4DC3-B917-6AF2E549C9C6}">
      <dgm:prSet/>
      <dgm:spPr/>
      <dgm:t>
        <a:bodyPr/>
        <a:lstStyle/>
        <a:p>
          <a:r>
            <a:rPr lang="en-US"/>
            <a:t>Azure Notebooks</a:t>
          </a:r>
          <a:r>
            <a:rPr lang="ru-RU"/>
            <a:t> – Адаптация индекса</a:t>
          </a:r>
          <a:r>
            <a:rPr lang="en-US"/>
            <a:t> </a:t>
          </a:r>
          <a:r>
            <a:rPr lang="ru-RU"/>
            <a:t>популярности из </a:t>
          </a:r>
          <a:r>
            <a:rPr lang="en-US"/>
            <a:t>Twitter</a:t>
          </a:r>
        </a:p>
      </dgm:t>
    </dgm:pt>
    <dgm:pt modelId="{C413D97E-F70A-4333-9A7E-BDC12C941D2F}" type="parTrans" cxnId="{D194CD4F-6D3D-4933-BF2B-62E8FEA56D29}">
      <dgm:prSet/>
      <dgm:spPr/>
      <dgm:t>
        <a:bodyPr/>
        <a:lstStyle/>
        <a:p>
          <a:endParaRPr lang="en-US"/>
        </a:p>
      </dgm:t>
    </dgm:pt>
    <dgm:pt modelId="{25D626FB-C239-4B8A-BF46-653C27E9D69B}" type="sibTrans" cxnId="{D194CD4F-6D3D-4933-BF2B-62E8FEA56D29}">
      <dgm:prSet/>
      <dgm:spPr/>
      <dgm:t>
        <a:bodyPr/>
        <a:lstStyle/>
        <a:p>
          <a:endParaRPr lang="en-US"/>
        </a:p>
      </dgm:t>
    </dgm:pt>
    <dgm:pt modelId="{8BFB6A49-D366-4046-85CA-930D77E75696}">
      <dgm:prSet/>
      <dgm:spPr/>
      <dgm:t>
        <a:bodyPr/>
        <a:lstStyle/>
        <a:p>
          <a:r>
            <a:rPr lang="en-US"/>
            <a:t>Azure Machine Learning</a:t>
          </a:r>
          <a:r>
            <a:rPr lang="ru-RU"/>
            <a:t> – Вычисление индекса популярности</a:t>
          </a:r>
          <a:endParaRPr lang="en-US"/>
        </a:p>
      </dgm:t>
    </dgm:pt>
    <dgm:pt modelId="{26E32AD9-F2D2-4C36-8E0F-6360DC16F678}" type="parTrans" cxnId="{D1FA6323-113B-40F1-985B-EDCF4B01CE28}">
      <dgm:prSet/>
      <dgm:spPr/>
      <dgm:t>
        <a:bodyPr/>
        <a:lstStyle/>
        <a:p>
          <a:endParaRPr lang="en-US"/>
        </a:p>
      </dgm:t>
    </dgm:pt>
    <dgm:pt modelId="{1261087E-79DF-46F7-AF73-ACE3CF7212DA}" type="sibTrans" cxnId="{D1FA6323-113B-40F1-985B-EDCF4B01CE28}">
      <dgm:prSet/>
      <dgm:spPr/>
      <dgm:t>
        <a:bodyPr/>
        <a:lstStyle/>
        <a:p>
          <a:endParaRPr lang="en-US"/>
        </a:p>
      </dgm:t>
    </dgm:pt>
    <dgm:pt modelId="{58EEFCC4-EECE-47C2-B053-EE16C982A5DB}">
      <dgm:prSet/>
      <dgm:spPr/>
      <dgm:t>
        <a:bodyPr/>
        <a:lstStyle/>
        <a:p>
          <a:r>
            <a:rPr lang="en-US"/>
            <a:t>Microsoft Office PowerPoint – </a:t>
          </a:r>
          <a:r>
            <a:rPr lang="ru-RU"/>
            <a:t>Презентация результатов</a:t>
          </a:r>
          <a:endParaRPr lang="en-US"/>
        </a:p>
      </dgm:t>
    </dgm:pt>
    <dgm:pt modelId="{EDBBD69E-D1C8-4172-A546-CCC42643034B}" type="parTrans" cxnId="{C18B93E5-1924-4604-A17E-369AC820EF6D}">
      <dgm:prSet/>
      <dgm:spPr/>
      <dgm:t>
        <a:bodyPr/>
        <a:lstStyle/>
        <a:p>
          <a:endParaRPr lang="en-US"/>
        </a:p>
      </dgm:t>
    </dgm:pt>
    <dgm:pt modelId="{B15ECD1B-83BB-4691-9CC8-1CEA1D250E28}" type="sibTrans" cxnId="{C18B93E5-1924-4604-A17E-369AC820EF6D}">
      <dgm:prSet/>
      <dgm:spPr/>
      <dgm:t>
        <a:bodyPr/>
        <a:lstStyle/>
        <a:p>
          <a:endParaRPr lang="en-US"/>
        </a:p>
      </dgm:t>
    </dgm:pt>
    <dgm:pt modelId="{81C01ADF-145B-4239-96B9-D04D5724C266}" type="pres">
      <dgm:prSet presAssocID="{78779074-05EE-458B-8616-9D7522C31C04}" presName="diagram" presStyleCnt="0">
        <dgm:presLayoutVars>
          <dgm:dir/>
          <dgm:resizeHandles val="exact"/>
        </dgm:presLayoutVars>
      </dgm:prSet>
      <dgm:spPr/>
    </dgm:pt>
    <dgm:pt modelId="{B3BDCEB7-0CEA-4332-BA4D-F6D66A1679B8}" type="pres">
      <dgm:prSet presAssocID="{340CC442-91C2-4CA5-8B16-C0D27B3E749F}" presName="node" presStyleLbl="node1" presStyleIdx="0" presStyleCnt="6">
        <dgm:presLayoutVars>
          <dgm:bulletEnabled val="1"/>
        </dgm:presLayoutVars>
      </dgm:prSet>
      <dgm:spPr/>
    </dgm:pt>
    <dgm:pt modelId="{C0ECA83B-FC84-418D-9C5B-800C3D68C88A}" type="pres">
      <dgm:prSet presAssocID="{99C7D2CD-5AF0-4BC9-96B4-384FA6BA7E68}" presName="sibTrans" presStyleCnt="0"/>
      <dgm:spPr/>
    </dgm:pt>
    <dgm:pt modelId="{1D1BDC46-ECE1-4E64-9371-13C019D5DECB}" type="pres">
      <dgm:prSet presAssocID="{6BA9ACF6-3009-4B80-B67A-7DD06971DB65}" presName="node" presStyleLbl="node1" presStyleIdx="1" presStyleCnt="6">
        <dgm:presLayoutVars>
          <dgm:bulletEnabled val="1"/>
        </dgm:presLayoutVars>
      </dgm:prSet>
      <dgm:spPr/>
    </dgm:pt>
    <dgm:pt modelId="{F301E5BF-132B-4676-B5F0-419DFADDCE5D}" type="pres">
      <dgm:prSet presAssocID="{F8F091AE-0586-4114-B7E3-32E9A676D5E9}" presName="sibTrans" presStyleCnt="0"/>
      <dgm:spPr/>
    </dgm:pt>
    <dgm:pt modelId="{E1EA8393-8132-4DB2-85CF-4CF55DB0CB67}" type="pres">
      <dgm:prSet presAssocID="{6DC1C122-0C29-46F0-8380-617DF1AB44D3}" presName="node" presStyleLbl="node1" presStyleIdx="2" presStyleCnt="6">
        <dgm:presLayoutVars>
          <dgm:bulletEnabled val="1"/>
        </dgm:presLayoutVars>
      </dgm:prSet>
      <dgm:spPr/>
    </dgm:pt>
    <dgm:pt modelId="{3A9359F0-72FF-41BA-BE10-99EB70BB4FD2}" type="pres">
      <dgm:prSet presAssocID="{D0FE58AA-3C32-4A90-99B9-A7FD7830161F}" presName="sibTrans" presStyleCnt="0"/>
      <dgm:spPr/>
    </dgm:pt>
    <dgm:pt modelId="{E017A1A6-246F-4F25-A730-C2E80A014A9B}" type="pres">
      <dgm:prSet presAssocID="{920FE27F-D56D-4DC3-B917-6AF2E549C9C6}" presName="node" presStyleLbl="node1" presStyleIdx="3" presStyleCnt="6">
        <dgm:presLayoutVars>
          <dgm:bulletEnabled val="1"/>
        </dgm:presLayoutVars>
      </dgm:prSet>
      <dgm:spPr/>
    </dgm:pt>
    <dgm:pt modelId="{2E4B0EB8-FCB3-46AD-89EA-4BB154DC8762}" type="pres">
      <dgm:prSet presAssocID="{25D626FB-C239-4B8A-BF46-653C27E9D69B}" presName="sibTrans" presStyleCnt="0"/>
      <dgm:spPr/>
    </dgm:pt>
    <dgm:pt modelId="{69A90334-87A3-404F-8046-1737BC993F2C}" type="pres">
      <dgm:prSet presAssocID="{8BFB6A49-D366-4046-85CA-930D77E75696}" presName="node" presStyleLbl="node1" presStyleIdx="4" presStyleCnt="6">
        <dgm:presLayoutVars>
          <dgm:bulletEnabled val="1"/>
        </dgm:presLayoutVars>
      </dgm:prSet>
      <dgm:spPr/>
    </dgm:pt>
    <dgm:pt modelId="{B4217FB8-8288-416E-876B-0FA2627F8215}" type="pres">
      <dgm:prSet presAssocID="{1261087E-79DF-46F7-AF73-ACE3CF7212DA}" presName="sibTrans" presStyleCnt="0"/>
      <dgm:spPr/>
    </dgm:pt>
    <dgm:pt modelId="{96E4E81E-AB85-4645-B096-1BC646CA890E}" type="pres">
      <dgm:prSet presAssocID="{58EEFCC4-EECE-47C2-B053-EE16C982A5DB}" presName="node" presStyleLbl="node1" presStyleIdx="5" presStyleCnt="6">
        <dgm:presLayoutVars>
          <dgm:bulletEnabled val="1"/>
        </dgm:presLayoutVars>
      </dgm:prSet>
      <dgm:spPr/>
    </dgm:pt>
  </dgm:ptLst>
  <dgm:cxnLst>
    <dgm:cxn modelId="{D1FA6323-113B-40F1-985B-EDCF4B01CE28}" srcId="{78779074-05EE-458B-8616-9D7522C31C04}" destId="{8BFB6A49-D366-4046-85CA-930D77E75696}" srcOrd="4" destOrd="0" parTransId="{26E32AD9-F2D2-4C36-8E0F-6360DC16F678}" sibTransId="{1261087E-79DF-46F7-AF73-ACE3CF7212DA}"/>
    <dgm:cxn modelId="{4092052D-048F-4103-AF9C-7C4F08FEF347}" type="presOf" srcId="{6DC1C122-0C29-46F0-8380-617DF1AB44D3}" destId="{E1EA8393-8132-4DB2-85CF-4CF55DB0CB67}" srcOrd="0" destOrd="0" presId="urn:microsoft.com/office/officeart/2005/8/layout/default"/>
    <dgm:cxn modelId="{7BD1E03E-46AF-4179-B244-3A286D7671CE}" srcId="{78779074-05EE-458B-8616-9D7522C31C04}" destId="{6BA9ACF6-3009-4B80-B67A-7DD06971DB65}" srcOrd="1" destOrd="0" parTransId="{8FF1ED5D-3ADA-4934-BC45-9A4A799B5C36}" sibTransId="{F8F091AE-0586-4114-B7E3-32E9A676D5E9}"/>
    <dgm:cxn modelId="{85767E41-CE79-43DB-AAEC-B713EFBE7249}" type="presOf" srcId="{340CC442-91C2-4CA5-8B16-C0D27B3E749F}" destId="{B3BDCEB7-0CEA-4332-BA4D-F6D66A1679B8}" srcOrd="0" destOrd="0" presId="urn:microsoft.com/office/officeart/2005/8/layout/default"/>
    <dgm:cxn modelId="{16B7A647-12B8-4ED7-BBFA-513AEF3A5635}" type="presOf" srcId="{78779074-05EE-458B-8616-9D7522C31C04}" destId="{81C01ADF-145B-4239-96B9-D04D5724C266}" srcOrd="0" destOrd="0" presId="urn:microsoft.com/office/officeart/2005/8/layout/default"/>
    <dgm:cxn modelId="{FA2EC44D-EC3C-40C8-B429-495A94964E2F}" type="presOf" srcId="{58EEFCC4-EECE-47C2-B053-EE16C982A5DB}" destId="{96E4E81E-AB85-4645-B096-1BC646CA890E}" srcOrd="0" destOrd="0" presId="urn:microsoft.com/office/officeart/2005/8/layout/default"/>
    <dgm:cxn modelId="{D194CD4F-6D3D-4933-BF2B-62E8FEA56D29}" srcId="{78779074-05EE-458B-8616-9D7522C31C04}" destId="{920FE27F-D56D-4DC3-B917-6AF2E549C9C6}" srcOrd="3" destOrd="0" parTransId="{C413D97E-F70A-4333-9A7E-BDC12C941D2F}" sibTransId="{25D626FB-C239-4B8A-BF46-653C27E9D69B}"/>
    <dgm:cxn modelId="{7C1E3780-8333-4950-AFC2-C02CF5FB204E}" type="presOf" srcId="{8BFB6A49-D366-4046-85CA-930D77E75696}" destId="{69A90334-87A3-404F-8046-1737BC993F2C}" srcOrd="0" destOrd="0" presId="urn:microsoft.com/office/officeart/2005/8/layout/default"/>
    <dgm:cxn modelId="{97A05B81-C3F8-4E28-B567-04E254D90EB4}" srcId="{78779074-05EE-458B-8616-9D7522C31C04}" destId="{340CC442-91C2-4CA5-8B16-C0D27B3E749F}" srcOrd="0" destOrd="0" parTransId="{E0F8C67E-699E-45B1-85D2-9D0A12785F9B}" sibTransId="{99C7D2CD-5AF0-4BC9-96B4-384FA6BA7E68}"/>
    <dgm:cxn modelId="{A8619494-8BD1-40F8-921F-D22F20C1364B}" type="presOf" srcId="{6BA9ACF6-3009-4B80-B67A-7DD06971DB65}" destId="{1D1BDC46-ECE1-4E64-9371-13C019D5DECB}" srcOrd="0" destOrd="0" presId="urn:microsoft.com/office/officeart/2005/8/layout/default"/>
    <dgm:cxn modelId="{56076FD4-9B2D-4F70-BCBB-35A765350EED}" srcId="{78779074-05EE-458B-8616-9D7522C31C04}" destId="{6DC1C122-0C29-46F0-8380-617DF1AB44D3}" srcOrd="2" destOrd="0" parTransId="{F7F3F0FD-FD25-4F16-A10B-6C579AA7E357}" sibTransId="{D0FE58AA-3C32-4A90-99B9-A7FD7830161F}"/>
    <dgm:cxn modelId="{C18B93E5-1924-4604-A17E-369AC820EF6D}" srcId="{78779074-05EE-458B-8616-9D7522C31C04}" destId="{58EEFCC4-EECE-47C2-B053-EE16C982A5DB}" srcOrd="5" destOrd="0" parTransId="{EDBBD69E-D1C8-4172-A546-CCC42643034B}" sibTransId="{B15ECD1B-83BB-4691-9CC8-1CEA1D250E28}"/>
    <dgm:cxn modelId="{01AF07E9-9AC0-41BE-9BF2-0DCA4BEB9DF7}" type="presOf" srcId="{920FE27F-D56D-4DC3-B917-6AF2E549C9C6}" destId="{E017A1A6-246F-4F25-A730-C2E80A014A9B}" srcOrd="0" destOrd="0" presId="urn:microsoft.com/office/officeart/2005/8/layout/default"/>
    <dgm:cxn modelId="{DDB93763-1AFF-4BF5-B314-A4FBF530A624}" type="presParOf" srcId="{81C01ADF-145B-4239-96B9-D04D5724C266}" destId="{B3BDCEB7-0CEA-4332-BA4D-F6D66A1679B8}" srcOrd="0" destOrd="0" presId="urn:microsoft.com/office/officeart/2005/8/layout/default"/>
    <dgm:cxn modelId="{C16F5ED2-1DB9-451E-A101-CEB131FA55F6}" type="presParOf" srcId="{81C01ADF-145B-4239-96B9-D04D5724C266}" destId="{C0ECA83B-FC84-418D-9C5B-800C3D68C88A}" srcOrd="1" destOrd="0" presId="urn:microsoft.com/office/officeart/2005/8/layout/default"/>
    <dgm:cxn modelId="{2A69F00F-DCE6-4515-B4B9-1CAA3674B4C0}" type="presParOf" srcId="{81C01ADF-145B-4239-96B9-D04D5724C266}" destId="{1D1BDC46-ECE1-4E64-9371-13C019D5DECB}" srcOrd="2" destOrd="0" presId="urn:microsoft.com/office/officeart/2005/8/layout/default"/>
    <dgm:cxn modelId="{0E511CC3-20FE-4974-B6C9-C90164C6D544}" type="presParOf" srcId="{81C01ADF-145B-4239-96B9-D04D5724C266}" destId="{F301E5BF-132B-4676-B5F0-419DFADDCE5D}" srcOrd="3" destOrd="0" presId="urn:microsoft.com/office/officeart/2005/8/layout/default"/>
    <dgm:cxn modelId="{934142D6-DB9E-4F33-ADD4-DC3BEBFCF60D}" type="presParOf" srcId="{81C01ADF-145B-4239-96B9-D04D5724C266}" destId="{E1EA8393-8132-4DB2-85CF-4CF55DB0CB67}" srcOrd="4" destOrd="0" presId="urn:microsoft.com/office/officeart/2005/8/layout/default"/>
    <dgm:cxn modelId="{01254C47-5E75-4A11-8FB6-4082BF9F2073}" type="presParOf" srcId="{81C01ADF-145B-4239-96B9-D04D5724C266}" destId="{3A9359F0-72FF-41BA-BE10-99EB70BB4FD2}" srcOrd="5" destOrd="0" presId="urn:microsoft.com/office/officeart/2005/8/layout/default"/>
    <dgm:cxn modelId="{F226743A-0F6A-4D79-B533-295D6887B859}" type="presParOf" srcId="{81C01ADF-145B-4239-96B9-D04D5724C266}" destId="{E017A1A6-246F-4F25-A730-C2E80A014A9B}" srcOrd="6" destOrd="0" presId="urn:microsoft.com/office/officeart/2005/8/layout/default"/>
    <dgm:cxn modelId="{E79386B2-C85A-47EC-98F8-3829BF8F869E}" type="presParOf" srcId="{81C01ADF-145B-4239-96B9-D04D5724C266}" destId="{2E4B0EB8-FCB3-46AD-89EA-4BB154DC8762}" srcOrd="7" destOrd="0" presId="urn:microsoft.com/office/officeart/2005/8/layout/default"/>
    <dgm:cxn modelId="{F55E80F4-2E07-40DF-BF75-0B0958E31772}" type="presParOf" srcId="{81C01ADF-145B-4239-96B9-D04D5724C266}" destId="{69A90334-87A3-404F-8046-1737BC993F2C}" srcOrd="8" destOrd="0" presId="urn:microsoft.com/office/officeart/2005/8/layout/default"/>
    <dgm:cxn modelId="{09564EC3-B6A3-488D-A5AB-7A7E053A428D}" type="presParOf" srcId="{81C01ADF-145B-4239-96B9-D04D5724C266}" destId="{B4217FB8-8288-416E-876B-0FA2627F8215}" srcOrd="9" destOrd="0" presId="urn:microsoft.com/office/officeart/2005/8/layout/default"/>
    <dgm:cxn modelId="{2A67970D-4604-418D-9435-71A6F42200FB}" type="presParOf" srcId="{81C01ADF-145B-4239-96B9-D04D5724C266}" destId="{96E4E81E-AB85-4645-B096-1BC646CA890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B988B4-7C3D-4589-921D-048B81D0EBBA}" type="doc">
      <dgm:prSet loTypeId="urn:microsoft.com/office/officeart/2016/7/layout/LinearBlockProcessNumbered" loCatId="process" qsTypeId="urn:microsoft.com/office/officeart/2005/8/quickstyle/simple5" qsCatId="simple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DAD9D65B-4976-4D30-BD00-AFECC4746042}">
      <dgm:prSet/>
      <dgm:spPr/>
      <dgm:t>
        <a:bodyPr/>
        <a:lstStyle/>
        <a:p>
          <a:r>
            <a:rPr lang="en-US"/>
            <a:t>Machine Learning: </a:t>
          </a:r>
          <a:r>
            <a:rPr lang="ru-RU"/>
            <a:t>Что это такое? Как использовать заранее созданную модель для анализа данных?</a:t>
          </a:r>
          <a:endParaRPr lang="en-US"/>
        </a:p>
      </dgm:t>
    </dgm:pt>
    <dgm:pt modelId="{74F24462-2C43-4553-8056-DED41EB96CC9}" type="parTrans" cxnId="{B6D79443-49B7-49B2-9527-A88128971FA5}">
      <dgm:prSet/>
      <dgm:spPr/>
      <dgm:t>
        <a:bodyPr/>
        <a:lstStyle/>
        <a:p>
          <a:endParaRPr lang="en-US"/>
        </a:p>
      </dgm:t>
    </dgm:pt>
    <dgm:pt modelId="{BBA2A60C-52D7-4633-B177-328BB6CA0E3A}" type="sibTrans" cxnId="{B6D79443-49B7-49B2-9527-A88128971FA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F7E6B66-0A86-482A-9400-B30D9A94C8EA}">
      <dgm:prSet/>
      <dgm:spPr/>
      <dgm:t>
        <a:bodyPr/>
        <a:lstStyle/>
        <a:p>
          <a:r>
            <a:rPr lang="ru-RU"/>
            <a:t>Azure </a:t>
          </a:r>
          <a:r>
            <a:rPr lang="en-US"/>
            <a:t>T</a:t>
          </a:r>
          <a:r>
            <a:rPr lang="ru-RU"/>
            <a:t>ables: как создавать таблицы, как заполнять их данными и работать с ними</a:t>
          </a:r>
          <a:endParaRPr lang="en-US"/>
        </a:p>
      </dgm:t>
    </dgm:pt>
    <dgm:pt modelId="{E3048FAC-96D4-4588-891A-6E77DEC5D12A}" type="parTrans" cxnId="{17BB57C6-0E12-4309-93FE-91B90BE6AEEC}">
      <dgm:prSet/>
      <dgm:spPr/>
      <dgm:t>
        <a:bodyPr/>
        <a:lstStyle/>
        <a:p>
          <a:endParaRPr lang="en-US"/>
        </a:p>
      </dgm:t>
    </dgm:pt>
    <dgm:pt modelId="{222E4EE2-82C9-4CAC-9CCC-02A23CDB24F7}" type="sibTrans" cxnId="{17BB57C6-0E12-4309-93FE-91B90BE6AEE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325EF31-CC41-46C7-A444-036827363064}">
      <dgm:prSet/>
      <dgm:spPr/>
      <dgm:t>
        <a:bodyPr/>
        <a:lstStyle/>
        <a:p>
          <a:r>
            <a:rPr lang="ru-RU"/>
            <a:t>Python: узнал о подключаемых библиотеках, как взаимодействовать с </a:t>
          </a:r>
          <a:r>
            <a:rPr lang="en-US"/>
            <a:t>A</a:t>
          </a:r>
          <a:r>
            <a:rPr lang="ru-RU"/>
            <a:t>zure </a:t>
          </a:r>
          <a:r>
            <a:rPr lang="en-US"/>
            <a:t>Tables</a:t>
          </a:r>
          <a:r>
            <a:rPr lang="ru-RU"/>
            <a:t>, создавать функции в </a:t>
          </a:r>
          <a:r>
            <a:rPr lang="en-US"/>
            <a:t>Python</a:t>
          </a:r>
        </a:p>
      </dgm:t>
    </dgm:pt>
    <dgm:pt modelId="{9DF908F3-E830-47E4-A531-29DB537B15B7}" type="parTrans" cxnId="{924D1A47-4E58-4403-A39A-5F4F370E37CB}">
      <dgm:prSet/>
      <dgm:spPr/>
      <dgm:t>
        <a:bodyPr/>
        <a:lstStyle/>
        <a:p>
          <a:endParaRPr lang="en-US"/>
        </a:p>
      </dgm:t>
    </dgm:pt>
    <dgm:pt modelId="{90E45C5D-B4A3-44F1-9A78-BA41E7C7F694}" type="sibTrans" cxnId="{924D1A47-4E58-4403-A39A-5F4F370E37C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76DEB87B-5CC1-48CC-9043-0B491A1D6E15}" type="pres">
      <dgm:prSet presAssocID="{38B988B4-7C3D-4589-921D-048B81D0EBBA}" presName="Name0" presStyleCnt="0">
        <dgm:presLayoutVars>
          <dgm:animLvl val="lvl"/>
          <dgm:resizeHandles val="exact"/>
        </dgm:presLayoutVars>
      </dgm:prSet>
      <dgm:spPr/>
    </dgm:pt>
    <dgm:pt modelId="{05283D16-0171-480A-B8C0-A687200CFF22}" type="pres">
      <dgm:prSet presAssocID="{DAD9D65B-4976-4D30-BD00-AFECC4746042}" presName="compositeNode" presStyleCnt="0">
        <dgm:presLayoutVars>
          <dgm:bulletEnabled val="1"/>
        </dgm:presLayoutVars>
      </dgm:prSet>
      <dgm:spPr/>
    </dgm:pt>
    <dgm:pt modelId="{A3843371-F5FC-4CA9-80AE-308CC1BA0042}" type="pres">
      <dgm:prSet presAssocID="{DAD9D65B-4976-4D30-BD00-AFECC4746042}" presName="bgRect" presStyleLbl="alignNode1" presStyleIdx="0" presStyleCnt="3"/>
      <dgm:spPr/>
    </dgm:pt>
    <dgm:pt modelId="{3F203A3F-7B9D-4FCF-BA24-6A424D9E58E0}" type="pres">
      <dgm:prSet presAssocID="{BBA2A60C-52D7-4633-B177-328BB6CA0E3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6693B04-C09E-4DF5-8F51-87B0F00E1F53}" type="pres">
      <dgm:prSet presAssocID="{DAD9D65B-4976-4D30-BD00-AFECC4746042}" presName="nodeRect" presStyleLbl="alignNode1" presStyleIdx="0" presStyleCnt="3">
        <dgm:presLayoutVars>
          <dgm:bulletEnabled val="1"/>
        </dgm:presLayoutVars>
      </dgm:prSet>
      <dgm:spPr/>
    </dgm:pt>
    <dgm:pt modelId="{A43476EE-CB1C-4668-AA66-C29C6BA6BA1A}" type="pres">
      <dgm:prSet presAssocID="{BBA2A60C-52D7-4633-B177-328BB6CA0E3A}" presName="sibTrans" presStyleCnt="0"/>
      <dgm:spPr/>
    </dgm:pt>
    <dgm:pt modelId="{3C19D862-B123-48F4-A679-B0260B749F55}" type="pres">
      <dgm:prSet presAssocID="{BF7E6B66-0A86-482A-9400-B30D9A94C8EA}" presName="compositeNode" presStyleCnt="0">
        <dgm:presLayoutVars>
          <dgm:bulletEnabled val="1"/>
        </dgm:presLayoutVars>
      </dgm:prSet>
      <dgm:spPr/>
    </dgm:pt>
    <dgm:pt modelId="{35187741-C7D0-4E3D-AF65-96EDF59CEB26}" type="pres">
      <dgm:prSet presAssocID="{BF7E6B66-0A86-482A-9400-B30D9A94C8EA}" presName="bgRect" presStyleLbl="alignNode1" presStyleIdx="1" presStyleCnt="3"/>
      <dgm:spPr/>
    </dgm:pt>
    <dgm:pt modelId="{5C2EBDD2-8B54-41CF-8FBA-9C038F3DB4A9}" type="pres">
      <dgm:prSet presAssocID="{222E4EE2-82C9-4CAC-9CCC-02A23CDB24F7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6600216-C9DE-414E-BC55-F52F692E5FB8}" type="pres">
      <dgm:prSet presAssocID="{BF7E6B66-0A86-482A-9400-B30D9A94C8EA}" presName="nodeRect" presStyleLbl="alignNode1" presStyleIdx="1" presStyleCnt="3">
        <dgm:presLayoutVars>
          <dgm:bulletEnabled val="1"/>
        </dgm:presLayoutVars>
      </dgm:prSet>
      <dgm:spPr/>
    </dgm:pt>
    <dgm:pt modelId="{6E263059-69F5-4057-BCF2-93F1571592FD}" type="pres">
      <dgm:prSet presAssocID="{222E4EE2-82C9-4CAC-9CCC-02A23CDB24F7}" presName="sibTrans" presStyleCnt="0"/>
      <dgm:spPr/>
    </dgm:pt>
    <dgm:pt modelId="{A1E714E9-00E2-4E2D-8E01-8FC466B0C6FF}" type="pres">
      <dgm:prSet presAssocID="{2325EF31-CC41-46C7-A444-036827363064}" presName="compositeNode" presStyleCnt="0">
        <dgm:presLayoutVars>
          <dgm:bulletEnabled val="1"/>
        </dgm:presLayoutVars>
      </dgm:prSet>
      <dgm:spPr/>
    </dgm:pt>
    <dgm:pt modelId="{EF5D2947-1572-4694-B555-63C898229366}" type="pres">
      <dgm:prSet presAssocID="{2325EF31-CC41-46C7-A444-036827363064}" presName="bgRect" presStyleLbl="alignNode1" presStyleIdx="2" presStyleCnt="3"/>
      <dgm:spPr/>
    </dgm:pt>
    <dgm:pt modelId="{786054F9-C55A-465E-8A00-530EA1D77C14}" type="pres">
      <dgm:prSet presAssocID="{90E45C5D-B4A3-44F1-9A78-BA41E7C7F694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32F8CECC-0680-4AB2-BED3-B6C636B24F70}" type="pres">
      <dgm:prSet presAssocID="{2325EF31-CC41-46C7-A444-036827363064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D67BB11-5198-4385-A09A-D0DB1662D511}" type="presOf" srcId="{222E4EE2-82C9-4CAC-9CCC-02A23CDB24F7}" destId="{5C2EBDD2-8B54-41CF-8FBA-9C038F3DB4A9}" srcOrd="0" destOrd="0" presId="urn:microsoft.com/office/officeart/2016/7/layout/LinearBlockProcessNumbered"/>
    <dgm:cxn modelId="{2BEF7061-6B68-4D2B-8AEB-4584E5A14A94}" type="presOf" srcId="{DAD9D65B-4976-4D30-BD00-AFECC4746042}" destId="{16693B04-C09E-4DF5-8F51-87B0F00E1F53}" srcOrd="1" destOrd="0" presId="urn:microsoft.com/office/officeart/2016/7/layout/LinearBlockProcessNumbered"/>
    <dgm:cxn modelId="{B6D79443-49B7-49B2-9527-A88128971FA5}" srcId="{38B988B4-7C3D-4589-921D-048B81D0EBBA}" destId="{DAD9D65B-4976-4D30-BD00-AFECC4746042}" srcOrd="0" destOrd="0" parTransId="{74F24462-2C43-4553-8056-DED41EB96CC9}" sibTransId="{BBA2A60C-52D7-4633-B177-328BB6CA0E3A}"/>
    <dgm:cxn modelId="{924D1A47-4E58-4403-A39A-5F4F370E37CB}" srcId="{38B988B4-7C3D-4589-921D-048B81D0EBBA}" destId="{2325EF31-CC41-46C7-A444-036827363064}" srcOrd="2" destOrd="0" parTransId="{9DF908F3-E830-47E4-A531-29DB537B15B7}" sibTransId="{90E45C5D-B4A3-44F1-9A78-BA41E7C7F694}"/>
    <dgm:cxn modelId="{DFFBE49D-03DE-4324-B98F-BA854D1E0F7A}" type="presOf" srcId="{BF7E6B66-0A86-482A-9400-B30D9A94C8EA}" destId="{35187741-C7D0-4E3D-AF65-96EDF59CEB26}" srcOrd="0" destOrd="0" presId="urn:microsoft.com/office/officeart/2016/7/layout/LinearBlockProcessNumbered"/>
    <dgm:cxn modelId="{EB25C5A6-6B54-4F06-B39A-7EEB6BDF50A4}" type="presOf" srcId="{BF7E6B66-0A86-482A-9400-B30D9A94C8EA}" destId="{36600216-C9DE-414E-BC55-F52F692E5FB8}" srcOrd="1" destOrd="0" presId="urn:microsoft.com/office/officeart/2016/7/layout/LinearBlockProcessNumbered"/>
    <dgm:cxn modelId="{938F12B7-8713-4E1A-8E0C-C1CEA0C89DEF}" type="presOf" srcId="{2325EF31-CC41-46C7-A444-036827363064}" destId="{EF5D2947-1572-4694-B555-63C898229366}" srcOrd="0" destOrd="0" presId="urn:microsoft.com/office/officeart/2016/7/layout/LinearBlockProcessNumbered"/>
    <dgm:cxn modelId="{5896C4BC-7128-4CB7-8C23-44FBD99FC833}" type="presOf" srcId="{2325EF31-CC41-46C7-A444-036827363064}" destId="{32F8CECC-0680-4AB2-BED3-B6C636B24F70}" srcOrd="1" destOrd="0" presId="urn:microsoft.com/office/officeart/2016/7/layout/LinearBlockProcessNumbered"/>
    <dgm:cxn modelId="{17BB57C6-0E12-4309-93FE-91B90BE6AEEC}" srcId="{38B988B4-7C3D-4589-921D-048B81D0EBBA}" destId="{BF7E6B66-0A86-482A-9400-B30D9A94C8EA}" srcOrd="1" destOrd="0" parTransId="{E3048FAC-96D4-4588-891A-6E77DEC5D12A}" sibTransId="{222E4EE2-82C9-4CAC-9CCC-02A23CDB24F7}"/>
    <dgm:cxn modelId="{D97A2AC7-C2F4-4830-A99D-8533260FD680}" type="presOf" srcId="{DAD9D65B-4976-4D30-BD00-AFECC4746042}" destId="{A3843371-F5FC-4CA9-80AE-308CC1BA0042}" srcOrd="0" destOrd="0" presId="urn:microsoft.com/office/officeart/2016/7/layout/LinearBlockProcessNumbered"/>
    <dgm:cxn modelId="{B7C8BBDB-DFF1-46ED-9D06-284652512681}" type="presOf" srcId="{38B988B4-7C3D-4589-921D-048B81D0EBBA}" destId="{76DEB87B-5CC1-48CC-9043-0B491A1D6E15}" srcOrd="0" destOrd="0" presId="urn:microsoft.com/office/officeart/2016/7/layout/LinearBlockProcessNumbered"/>
    <dgm:cxn modelId="{4BF4F2DF-D617-48A9-A005-6438BA5CFBA3}" type="presOf" srcId="{90E45C5D-B4A3-44F1-9A78-BA41E7C7F694}" destId="{786054F9-C55A-465E-8A00-530EA1D77C14}" srcOrd="0" destOrd="0" presId="urn:microsoft.com/office/officeart/2016/7/layout/LinearBlockProcessNumbered"/>
    <dgm:cxn modelId="{1F9069FA-7489-49CA-9E47-26DFC30C7DBD}" type="presOf" srcId="{BBA2A60C-52D7-4633-B177-328BB6CA0E3A}" destId="{3F203A3F-7B9D-4FCF-BA24-6A424D9E58E0}" srcOrd="0" destOrd="0" presId="urn:microsoft.com/office/officeart/2016/7/layout/LinearBlockProcessNumbered"/>
    <dgm:cxn modelId="{5259E899-A997-4BEA-A3C3-220A743E5E1D}" type="presParOf" srcId="{76DEB87B-5CC1-48CC-9043-0B491A1D6E15}" destId="{05283D16-0171-480A-B8C0-A687200CFF22}" srcOrd="0" destOrd="0" presId="urn:microsoft.com/office/officeart/2016/7/layout/LinearBlockProcessNumbered"/>
    <dgm:cxn modelId="{6BEE3F34-90A7-4240-AB47-46A6D46D5682}" type="presParOf" srcId="{05283D16-0171-480A-B8C0-A687200CFF22}" destId="{A3843371-F5FC-4CA9-80AE-308CC1BA0042}" srcOrd="0" destOrd="0" presId="urn:microsoft.com/office/officeart/2016/7/layout/LinearBlockProcessNumbered"/>
    <dgm:cxn modelId="{99A3CB95-6A11-4C48-B1EE-1D351E60D4F0}" type="presParOf" srcId="{05283D16-0171-480A-B8C0-A687200CFF22}" destId="{3F203A3F-7B9D-4FCF-BA24-6A424D9E58E0}" srcOrd="1" destOrd="0" presId="urn:microsoft.com/office/officeart/2016/7/layout/LinearBlockProcessNumbered"/>
    <dgm:cxn modelId="{C54287ED-C889-430D-98EB-B0296F0F0B23}" type="presParOf" srcId="{05283D16-0171-480A-B8C0-A687200CFF22}" destId="{16693B04-C09E-4DF5-8F51-87B0F00E1F53}" srcOrd="2" destOrd="0" presId="urn:microsoft.com/office/officeart/2016/7/layout/LinearBlockProcessNumbered"/>
    <dgm:cxn modelId="{68C6F4FE-DFEA-4BC5-BB8B-F34C50302003}" type="presParOf" srcId="{76DEB87B-5CC1-48CC-9043-0B491A1D6E15}" destId="{A43476EE-CB1C-4668-AA66-C29C6BA6BA1A}" srcOrd="1" destOrd="0" presId="urn:microsoft.com/office/officeart/2016/7/layout/LinearBlockProcessNumbered"/>
    <dgm:cxn modelId="{2B0D30FB-9349-4BFF-85EF-ADC705E47AF0}" type="presParOf" srcId="{76DEB87B-5CC1-48CC-9043-0B491A1D6E15}" destId="{3C19D862-B123-48F4-A679-B0260B749F55}" srcOrd="2" destOrd="0" presId="urn:microsoft.com/office/officeart/2016/7/layout/LinearBlockProcessNumbered"/>
    <dgm:cxn modelId="{8552B6F8-B9BD-498B-8C4E-C658B804BB31}" type="presParOf" srcId="{3C19D862-B123-48F4-A679-B0260B749F55}" destId="{35187741-C7D0-4E3D-AF65-96EDF59CEB26}" srcOrd="0" destOrd="0" presId="urn:microsoft.com/office/officeart/2016/7/layout/LinearBlockProcessNumbered"/>
    <dgm:cxn modelId="{DDB63E53-3DBF-42D1-8C13-DB6AAA9CBE11}" type="presParOf" srcId="{3C19D862-B123-48F4-A679-B0260B749F55}" destId="{5C2EBDD2-8B54-41CF-8FBA-9C038F3DB4A9}" srcOrd="1" destOrd="0" presId="urn:microsoft.com/office/officeart/2016/7/layout/LinearBlockProcessNumbered"/>
    <dgm:cxn modelId="{C5DECBDA-A2EA-4740-AE2B-FBAB4BF73206}" type="presParOf" srcId="{3C19D862-B123-48F4-A679-B0260B749F55}" destId="{36600216-C9DE-414E-BC55-F52F692E5FB8}" srcOrd="2" destOrd="0" presId="urn:microsoft.com/office/officeart/2016/7/layout/LinearBlockProcessNumbered"/>
    <dgm:cxn modelId="{D307E141-C347-4F68-975A-3E16AB1E3F31}" type="presParOf" srcId="{76DEB87B-5CC1-48CC-9043-0B491A1D6E15}" destId="{6E263059-69F5-4057-BCF2-93F1571592FD}" srcOrd="3" destOrd="0" presId="urn:microsoft.com/office/officeart/2016/7/layout/LinearBlockProcessNumbered"/>
    <dgm:cxn modelId="{6023BCBF-0D8F-4D5B-8A5A-73BFFBB490C2}" type="presParOf" srcId="{76DEB87B-5CC1-48CC-9043-0B491A1D6E15}" destId="{A1E714E9-00E2-4E2D-8E01-8FC466B0C6FF}" srcOrd="4" destOrd="0" presId="urn:microsoft.com/office/officeart/2016/7/layout/LinearBlockProcessNumbered"/>
    <dgm:cxn modelId="{51BE9F9D-0C23-4AE7-9064-2C05A0998F3D}" type="presParOf" srcId="{A1E714E9-00E2-4E2D-8E01-8FC466B0C6FF}" destId="{EF5D2947-1572-4694-B555-63C898229366}" srcOrd="0" destOrd="0" presId="urn:microsoft.com/office/officeart/2016/7/layout/LinearBlockProcessNumbered"/>
    <dgm:cxn modelId="{109AA2F7-68DE-407A-9D77-74C6876B09E3}" type="presParOf" srcId="{A1E714E9-00E2-4E2D-8E01-8FC466B0C6FF}" destId="{786054F9-C55A-465E-8A00-530EA1D77C14}" srcOrd="1" destOrd="0" presId="urn:microsoft.com/office/officeart/2016/7/layout/LinearBlockProcessNumbered"/>
    <dgm:cxn modelId="{B7FA8DE3-2224-4CDE-B967-BCE84DFFD9DF}" type="presParOf" srcId="{A1E714E9-00E2-4E2D-8E01-8FC466B0C6FF}" destId="{32F8CECC-0680-4AB2-BED3-B6C636B24F7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B33CD3-F996-4283-AFC1-200BA46BF0E5}" type="doc">
      <dgm:prSet loTypeId="urn:microsoft.com/office/officeart/2005/8/layout/hierarchy1" loCatId="hierarchy" qsTypeId="urn:microsoft.com/office/officeart/2005/8/quickstyle/simple4" qsCatId="simple" csTypeId="urn:microsoft.com/office/officeart/2005/8/colors/accent3_4" csCatId="accent3"/>
      <dgm:spPr/>
      <dgm:t>
        <a:bodyPr/>
        <a:lstStyle/>
        <a:p>
          <a:endParaRPr lang="en-US"/>
        </a:p>
      </dgm:t>
    </dgm:pt>
    <dgm:pt modelId="{00378394-8FA5-4DE0-A49E-502827E7064D}">
      <dgm:prSet/>
      <dgm:spPr/>
      <dgm:t>
        <a:bodyPr/>
        <a:lstStyle/>
        <a:p>
          <a:r>
            <a:rPr lang="ru-RU"/>
            <a:t>Сбор данных – ограничения </a:t>
          </a:r>
          <a:r>
            <a:rPr lang="en-US"/>
            <a:t>vk.com </a:t>
          </a:r>
          <a:r>
            <a:rPr lang="ru-RU"/>
            <a:t>на количество запросов, сложность отладки запросов к </a:t>
          </a:r>
          <a:r>
            <a:rPr lang="en-US"/>
            <a:t>vk.com</a:t>
          </a:r>
        </a:p>
      </dgm:t>
    </dgm:pt>
    <dgm:pt modelId="{4DDC61C3-9AD1-459F-9FA9-3769542A6EE3}" type="parTrans" cxnId="{E7A08A5D-7F93-4A28-9C8C-2E3BA56D4B77}">
      <dgm:prSet/>
      <dgm:spPr/>
      <dgm:t>
        <a:bodyPr/>
        <a:lstStyle/>
        <a:p>
          <a:endParaRPr lang="en-US"/>
        </a:p>
      </dgm:t>
    </dgm:pt>
    <dgm:pt modelId="{4FDBB82A-736B-40B6-9A49-A65EE94F045B}" type="sibTrans" cxnId="{E7A08A5D-7F93-4A28-9C8C-2E3BA56D4B77}">
      <dgm:prSet/>
      <dgm:spPr/>
      <dgm:t>
        <a:bodyPr/>
        <a:lstStyle/>
        <a:p>
          <a:endParaRPr lang="en-US"/>
        </a:p>
      </dgm:t>
    </dgm:pt>
    <dgm:pt modelId="{AF1D2198-7F3A-429C-B18C-D16EDA17CDF4}">
      <dgm:prSet/>
      <dgm:spPr/>
      <dgm:t>
        <a:bodyPr/>
        <a:lstStyle/>
        <a:p>
          <a:r>
            <a:rPr lang="ru-RU"/>
            <a:t>Плохая совместимость Azure Notebooks с программами экранного доступа</a:t>
          </a:r>
          <a:endParaRPr lang="en-US"/>
        </a:p>
      </dgm:t>
    </dgm:pt>
    <dgm:pt modelId="{BA170BCC-D44E-4498-BC57-569FE353CC48}" type="parTrans" cxnId="{9E521C6E-2DB6-4DEA-9074-C9D154AE5845}">
      <dgm:prSet/>
      <dgm:spPr/>
      <dgm:t>
        <a:bodyPr/>
        <a:lstStyle/>
        <a:p>
          <a:endParaRPr lang="en-US"/>
        </a:p>
      </dgm:t>
    </dgm:pt>
    <dgm:pt modelId="{D3B9414F-A2E6-429C-9277-8255468D2814}" type="sibTrans" cxnId="{9E521C6E-2DB6-4DEA-9074-C9D154AE5845}">
      <dgm:prSet/>
      <dgm:spPr/>
      <dgm:t>
        <a:bodyPr/>
        <a:lstStyle/>
        <a:p>
          <a:endParaRPr lang="en-US"/>
        </a:p>
      </dgm:t>
    </dgm:pt>
    <dgm:pt modelId="{5244ED4C-7A7D-4FD7-9BB1-F3C3405DE1AC}" type="pres">
      <dgm:prSet presAssocID="{C7B33CD3-F996-4283-AFC1-200BA46BF0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4123FF5-E363-42BB-8943-262BBE9690E9}" type="pres">
      <dgm:prSet presAssocID="{00378394-8FA5-4DE0-A49E-502827E7064D}" presName="hierRoot1" presStyleCnt="0"/>
      <dgm:spPr/>
    </dgm:pt>
    <dgm:pt modelId="{EF5C0157-2706-486B-ACC3-56B8BA138871}" type="pres">
      <dgm:prSet presAssocID="{00378394-8FA5-4DE0-A49E-502827E7064D}" presName="composite" presStyleCnt="0"/>
      <dgm:spPr/>
    </dgm:pt>
    <dgm:pt modelId="{3F700518-035D-43C0-B2CF-A8637DF0CBD4}" type="pres">
      <dgm:prSet presAssocID="{00378394-8FA5-4DE0-A49E-502827E7064D}" presName="background" presStyleLbl="node0" presStyleIdx="0" presStyleCnt="2"/>
      <dgm:spPr/>
    </dgm:pt>
    <dgm:pt modelId="{3EEC8755-BB57-4764-BFBB-1209283CBA5D}" type="pres">
      <dgm:prSet presAssocID="{00378394-8FA5-4DE0-A49E-502827E7064D}" presName="text" presStyleLbl="fgAcc0" presStyleIdx="0" presStyleCnt="2">
        <dgm:presLayoutVars>
          <dgm:chPref val="3"/>
        </dgm:presLayoutVars>
      </dgm:prSet>
      <dgm:spPr/>
    </dgm:pt>
    <dgm:pt modelId="{68D26D0C-FA79-4698-BF85-BABBDB46A5AB}" type="pres">
      <dgm:prSet presAssocID="{00378394-8FA5-4DE0-A49E-502827E7064D}" presName="hierChild2" presStyleCnt="0"/>
      <dgm:spPr/>
    </dgm:pt>
    <dgm:pt modelId="{0290F239-6CDE-41B9-BCEA-78CA57E1FC4E}" type="pres">
      <dgm:prSet presAssocID="{AF1D2198-7F3A-429C-B18C-D16EDA17CDF4}" presName="hierRoot1" presStyleCnt="0"/>
      <dgm:spPr/>
    </dgm:pt>
    <dgm:pt modelId="{FFB6DCF5-ADA3-4F82-92D6-A52E2117D818}" type="pres">
      <dgm:prSet presAssocID="{AF1D2198-7F3A-429C-B18C-D16EDA17CDF4}" presName="composite" presStyleCnt="0"/>
      <dgm:spPr/>
    </dgm:pt>
    <dgm:pt modelId="{8EF618D9-AB97-4AF6-998D-DF5F00B6D04F}" type="pres">
      <dgm:prSet presAssocID="{AF1D2198-7F3A-429C-B18C-D16EDA17CDF4}" presName="background" presStyleLbl="node0" presStyleIdx="1" presStyleCnt="2"/>
      <dgm:spPr/>
    </dgm:pt>
    <dgm:pt modelId="{C863A154-E040-41C0-B468-556071C4F75E}" type="pres">
      <dgm:prSet presAssocID="{AF1D2198-7F3A-429C-B18C-D16EDA17CDF4}" presName="text" presStyleLbl="fgAcc0" presStyleIdx="1" presStyleCnt="2">
        <dgm:presLayoutVars>
          <dgm:chPref val="3"/>
        </dgm:presLayoutVars>
      </dgm:prSet>
      <dgm:spPr/>
    </dgm:pt>
    <dgm:pt modelId="{811946C5-1D46-4D48-AA01-2C14E414C0D6}" type="pres">
      <dgm:prSet presAssocID="{AF1D2198-7F3A-429C-B18C-D16EDA17CDF4}" presName="hierChild2" presStyleCnt="0"/>
      <dgm:spPr/>
    </dgm:pt>
  </dgm:ptLst>
  <dgm:cxnLst>
    <dgm:cxn modelId="{720D7B2C-9449-49BA-BFDE-3E72A66AD3BE}" type="presOf" srcId="{C7B33CD3-F996-4283-AFC1-200BA46BF0E5}" destId="{5244ED4C-7A7D-4FD7-9BB1-F3C3405DE1AC}" srcOrd="0" destOrd="0" presId="urn:microsoft.com/office/officeart/2005/8/layout/hierarchy1"/>
    <dgm:cxn modelId="{E7A08A5D-7F93-4A28-9C8C-2E3BA56D4B77}" srcId="{C7B33CD3-F996-4283-AFC1-200BA46BF0E5}" destId="{00378394-8FA5-4DE0-A49E-502827E7064D}" srcOrd="0" destOrd="0" parTransId="{4DDC61C3-9AD1-459F-9FA9-3769542A6EE3}" sibTransId="{4FDBB82A-736B-40B6-9A49-A65EE94F045B}"/>
    <dgm:cxn modelId="{99F7B263-524D-4558-BB6D-5BDF3C9044A1}" type="presOf" srcId="{AF1D2198-7F3A-429C-B18C-D16EDA17CDF4}" destId="{C863A154-E040-41C0-B468-556071C4F75E}" srcOrd="0" destOrd="0" presId="urn:microsoft.com/office/officeart/2005/8/layout/hierarchy1"/>
    <dgm:cxn modelId="{9E521C6E-2DB6-4DEA-9074-C9D154AE5845}" srcId="{C7B33CD3-F996-4283-AFC1-200BA46BF0E5}" destId="{AF1D2198-7F3A-429C-B18C-D16EDA17CDF4}" srcOrd="1" destOrd="0" parTransId="{BA170BCC-D44E-4498-BC57-569FE353CC48}" sibTransId="{D3B9414F-A2E6-429C-9277-8255468D2814}"/>
    <dgm:cxn modelId="{60B0B9B6-CF25-4FE3-A873-E5CB0A7912AF}" type="presOf" srcId="{00378394-8FA5-4DE0-A49E-502827E7064D}" destId="{3EEC8755-BB57-4764-BFBB-1209283CBA5D}" srcOrd="0" destOrd="0" presId="urn:microsoft.com/office/officeart/2005/8/layout/hierarchy1"/>
    <dgm:cxn modelId="{2A4E5EBC-8EE1-43F8-B96B-CE4DBB48F557}" type="presParOf" srcId="{5244ED4C-7A7D-4FD7-9BB1-F3C3405DE1AC}" destId="{F4123FF5-E363-42BB-8943-262BBE9690E9}" srcOrd="0" destOrd="0" presId="urn:microsoft.com/office/officeart/2005/8/layout/hierarchy1"/>
    <dgm:cxn modelId="{3C19D78B-A13E-4D1F-B68E-0A84281DC9D6}" type="presParOf" srcId="{F4123FF5-E363-42BB-8943-262BBE9690E9}" destId="{EF5C0157-2706-486B-ACC3-56B8BA138871}" srcOrd="0" destOrd="0" presId="urn:microsoft.com/office/officeart/2005/8/layout/hierarchy1"/>
    <dgm:cxn modelId="{0C9E4D6F-0B18-40B7-93B9-AAC05210AD24}" type="presParOf" srcId="{EF5C0157-2706-486B-ACC3-56B8BA138871}" destId="{3F700518-035D-43C0-B2CF-A8637DF0CBD4}" srcOrd="0" destOrd="0" presId="urn:microsoft.com/office/officeart/2005/8/layout/hierarchy1"/>
    <dgm:cxn modelId="{51DC10EA-3F24-40E4-9CF1-B1768D7D2045}" type="presParOf" srcId="{EF5C0157-2706-486B-ACC3-56B8BA138871}" destId="{3EEC8755-BB57-4764-BFBB-1209283CBA5D}" srcOrd="1" destOrd="0" presId="urn:microsoft.com/office/officeart/2005/8/layout/hierarchy1"/>
    <dgm:cxn modelId="{77CD4409-C4ED-4F28-B6EB-559B6A8C07B1}" type="presParOf" srcId="{F4123FF5-E363-42BB-8943-262BBE9690E9}" destId="{68D26D0C-FA79-4698-BF85-BABBDB46A5AB}" srcOrd="1" destOrd="0" presId="urn:microsoft.com/office/officeart/2005/8/layout/hierarchy1"/>
    <dgm:cxn modelId="{73ABE800-DEFE-4613-9A38-5E1BCA5215CB}" type="presParOf" srcId="{5244ED4C-7A7D-4FD7-9BB1-F3C3405DE1AC}" destId="{0290F239-6CDE-41B9-BCEA-78CA57E1FC4E}" srcOrd="1" destOrd="0" presId="urn:microsoft.com/office/officeart/2005/8/layout/hierarchy1"/>
    <dgm:cxn modelId="{89C18B0B-AFD4-4B81-A76B-755626733E7B}" type="presParOf" srcId="{0290F239-6CDE-41B9-BCEA-78CA57E1FC4E}" destId="{FFB6DCF5-ADA3-4F82-92D6-A52E2117D818}" srcOrd="0" destOrd="0" presId="urn:microsoft.com/office/officeart/2005/8/layout/hierarchy1"/>
    <dgm:cxn modelId="{918D46D2-15D7-4730-8CD3-23C7A9F4BBCE}" type="presParOf" srcId="{FFB6DCF5-ADA3-4F82-92D6-A52E2117D818}" destId="{8EF618D9-AB97-4AF6-998D-DF5F00B6D04F}" srcOrd="0" destOrd="0" presId="urn:microsoft.com/office/officeart/2005/8/layout/hierarchy1"/>
    <dgm:cxn modelId="{0158D202-7C84-4517-BFC1-554C7CCCD6C9}" type="presParOf" srcId="{FFB6DCF5-ADA3-4F82-92D6-A52E2117D818}" destId="{C863A154-E040-41C0-B468-556071C4F75E}" srcOrd="1" destOrd="0" presId="urn:microsoft.com/office/officeart/2005/8/layout/hierarchy1"/>
    <dgm:cxn modelId="{5D150F9C-3A8C-44FE-AE49-FAA824227F16}" type="presParOf" srcId="{0290F239-6CDE-41B9-BCEA-78CA57E1FC4E}" destId="{811946C5-1D46-4D48-AA01-2C14E414C0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5D05B-F7F2-49C6-B43D-8CE6DAC5CEA4}">
      <dsp:nvSpPr>
        <dsp:cNvPr id="0" name=""/>
        <dsp:cNvSpPr/>
      </dsp:nvSpPr>
      <dsp:spPr>
        <a:xfrm>
          <a:off x="0" y="0"/>
          <a:ext cx="626903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C1FB627-CA08-4380-AEC0-CAF6D72C549E}">
      <dsp:nvSpPr>
        <dsp:cNvPr id="0" name=""/>
        <dsp:cNvSpPr/>
      </dsp:nvSpPr>
      <dsp:spPr>
        <a:xfrm>
          <a:off x="0" y="0"/>
          <a:ext cx="1253807" cy="5572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Цель проекта:</a:t>
          </a:r>
          <a:endParaRPr lang="en-US" sz="2300" kern="1200"/>
        </a:p>
      </dsp:txBody>
      <dsp:txXfrm>
        <a:off x="0" y="0"/>
        <a:ext cx="1253807" cy="5572125"/>
      </dsp:txXfrm>
    </dsp:sp>
    <dsp:sp modelId="{37C25320-BCBD-4408-9F51-4D4830F8F583}">
      <dsp:nvSpPr>
        <dsp:cNvPr id="0" name=""/>
        <dsp:cNvSpPr/>
      </dsp:nvSpPr>
      <dsp:spPr>
        <a:xfrm>
          <a:off x="1347843" y="129508"/>
          <a:ext cx="4921194" cy="2590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Определить рейтинг влиятельности моих друзей</a:t>
          </a:r>
          <a:endParaRPr lang="en-US" sz="2400" kern="1200"/>
        </a:p>
      </dsp:txBody>
      <dsp:txXfrm>
        <a:off x="1347843" y="129508"/>
        <a:ext cx="4921194" cy="2590167"/>
      </dsp:txXfrm>
    </dsp:sp>
    <dsp:sp modelId="{0E41F15F-6364-4933-830F-7BBDB7D9BA3D}">
      <dsp:nvSpPr>
        <dsp:cNvPr id="0" name=""/>
        <dsp:cNvSpPr/>
      </dsp:nvSpPr>
      <dsp:spPr>
        <a:xfrm>
          <a:off x="1253807" y="2719675"/>
          <a:ext cx="501523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095662A-D1A8-43DB-9A01-F41C4FDD44E1}">
      <dsp:nvSpPr>
        <dsp:cNvPr id="0" name=""/>
        <dsp:cNvSpPr/>
      </dsp:nvSpPr>
      <dsp:spPr>
        <a:xfrm>
          <a:off x="1347843" y="2849184"/>
          <a:ext cx="4921194" cy="25901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/>
            <a:t>Я пользуюсь разными соцсетями, но чаще всего я пользуюсь </a:t>
          </a:r>
          <a:r>
            <a:rPr lang="en-US" sz="2400" kern="1200"/>
            <a:t>vk.com,</a:t>
          </a:r>
          <a:r>
            <a:rPr lang="ru-RU" sz="2400" kern="1200"/>
            <a:t> поэтому мы решили с помощью технологии машинного обучения определить, кто из моих друзей имеет большее влияние на окружающих</a:t>
          </a:r>
          <a:endParaRPr lang="en-US" sz="2400" kern="1200"/>
        </a:p>
      </dsp:txBody>
      <dsp:txXfrm>
        <a:off x="1347843" y="2849184"/>
        <a:ext cx="4921194" cy="2590167"/>
      </dsp:txXfrm>
    </dsp:sp>
    <dsp:sp modelId="{216D42FC-88EB-4F0E-8A8D-7B2EE87299B1}">
      <dsp:nvSpPr>
        <dsp:cNvPr id="0" name=""/>
        <dsp:cNvSpPr/>
      </dsp:nvSpPr>
      <dsp:spPr>
        <a:xfrm>
          <a:off x="1253807" y="5439351"/>
          <a:ext cx="501523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DCEB7-0CEA-4332-BA4D-F6D66A1679B8}">
      <dsp:nvSpPr>
        <dsp:cNvPr id="0" name=""/>
        <dsp:cNvSpPr/>
      </dsp:nvSpPr>
      <dsp:spPr>
        <a:xfrm>
          <a:off x="147875" y="1337"/>
          <a:ext cx="3193702" cy="19162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Python</a:t>
          </a:r>
          <a:r>
            <a:rPr lang="ru-RU" sz="2600" kern="1200"/>
            <a:t> – Язык программирования</a:t>
          </a:r>
          <a:endParaRPr lang="en-US" sz="2600" kern="1200"/>
        </a:p>
      </dsp:txBody>
      <dsp:txXfrm>
        <a:off x="147875" y="1337"/>
        <a:ext cx="3193702" cy="1916221"/>
      </dsp:txXfrm>
    </dsp:sp>
    <dsp:sp modelId="{1D1BDC46-ECE1-4E64-9371-13C019D5DECB}">
      <dsp:nvSpPr>
        <dsp:cNvPr id="0" name=""/>
        <dsp:cNvSpPr/>
      </dsp:nvSpPr>
      <dsp:spPr>
        <a:xfrm>
          <a:off x="3660948" y="1337"/>
          <a:ext cx="3193702" cy="191622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API vk.com</a:t>
          </a:r>
          <a:r>
            <a:rPr lang="ru-RU" sz="2600" kern="1200"/>
            <a:t> – Получение данных о пользователях</a:t>
          </a:r>
          <a:endParaRPr lang="en-US" sz="2600" kern="1200"/>
        </a:p>
      </dsp:txBody>
      <dsp:txXfrm>
        <a:off x="3660948" y="1337"/>
        <a:ext cx="3193702" cy="1916221"/>
      </dsp:txXfrm>
    </dsp:sp>
    <dsp:sp modelId="{E1EA8393-8132-4DB2-85CF-4CF55DB0CB67}">
      <dsp:nvSpPr>
        <dsp:cNvPr id="0" name=""/>
        <dsp:cNvSpPr/>
      </dsp:nvSpPr>
      <dsp:spPr>
        <a:xfrm>
          <a:off x="7174021" y="1337"/>
          <a:ext cx="3193702" cy="191622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Azure Tables</a:t>
          </a:r>
          <a:r>
            <a:rPr lang="ru-RU" sz="2600" kern="1200"/>
            <a:t> – Хранение данных</a:t>
          </a:r>
          <a:endParaRPr lang="en-US" sz="2600" kern="1200"/>
        </a:p>
      </dsp:txBody>
      <dsp:txXfrm>
        <a:off x="7174021" y="1337"/>
        <a:ext cx="3193702" cy="1916221"/>
      </dsp:txXfrm>
    </dsp:sp>
    <dsp:sp modelId="{E017A1A6-246F-4F25-A730-C2E80A014A9B}">
      <dsp:nvSpPr>
        <dsp:cNvPr id="0" name=""/>
        <dsp:cNvSpPr/>
      </dsp:nvSpPr>
      <dsp:spPr>
        <a:xfrm>
          <a:off x="147875" y="2236929"/>
          <a:ext cx="3193702" cy="191622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Azure Notebooks</a:t>
          </a:r>
          <a:r>
            <a:rPr lang="ru-RU" sz="2600" kern="1200"/>
            <a:t> – Адаптация индекса</a:t>
          </a:r>
          <a:r>
            <a:rPr lang="en-US" sz="2600" kern="1200"/>
            <a:t> </a:t>
          </a:r>
          <a:r>
            <a:rPr lang="ru-RU" sz="2600" kern="1200"/>
            <a:t>популярности из </a:t>
          </a:r>
          <a:r>
            <a:rPr lang="en-US" sz="2600" kern="1200"/>
            <a:t>Twitter</a:t>
          </a:r>
        </a:p>
      </dsp:txBody>
      <dsp:txXfrm>
        <a:off x="147875" y="2236929"/>
        <a:ext cx="3193702" cy="1916221"/>
      </dsp:txXfrm>
    </dsp:sp>
    <dsp:sp modelId="{69A90334-87A3-404F-8046-1737BC993F2C}">
      <dsp:nvSpPr>
        <dsp:cNvPr id="0" name=""/>
        <dsp:cNvSpPr/>
      </dsp:nvSpPr>
      <dsp:spPr>
        <a:xfrm>
          <a:off x="3660948" y="2236929"/>
          <a:ext cx="3193702" cy="191622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Azure Machine Learning</a:t>
          </a:r>
          <a:r>
            <a:rPr lang="ru-RU" sz="2600" kern="1200"/>
            <a:t> – Вычисление индекса популярности</a:t>
          </a:r>
          <a:endParaRPr lang="en-US" sz="2600" kern="1200"/>
        </a:p>
      </dsp:txBody>
      <dsp:txXfrm>
        <a:off x="3660948" y="2236929"/>
        <a:ext cx="3193702" cy="1916221"/>
      </dsp:txXfrm>
    </dsp:sp>
    <dsp:sp modelId="{96E4E81E-AB85-4645-B096-1BC646CA890E}">
      <dsp:nvSpPr>
        <dsp:cNvPr id="0" name=""/>
        <dsp:cNvSpPr/>
      </dsp:nvSpPr>
      <dsp:spPr>
        <a:xfrm>
          <a:off x="7174021" y="2236929"/>
          <a:ext cx="3193702" cy="191622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Microsoft Office PowerPoint – </a:t>
          </a:r>
          <a:r>
            <a:rPr lang="ru-RU" sz="2600" kern="1200"/>
            <a:t>Презентация результатов</a:t>
          </a:r>
          <a:endParaRPr lang="en-US" sz="2600" kern="1200"/>
        </a:p>
      </dsp:txBody>
      <dsp:txXfrm>
        <a:off x="7174021" y="2236929"/>
        <a:ext cx="3193702" cy="19162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43371-F5FC-4CA9-80AE-308CC1BA0042}">
      <dsp:nvSpPr>
        <dsp:cNvPr id="0" name=""/>
        <dsp:cNvSpPr/>
      </dsp:nvSpPr>
      <dsp:spPr>
        <a:xfrm>
          <a:off x="489" y="1595924"/>
          <a:ext cx="1983562" cy="23802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5932" tIns="0" rIns="19593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Machine Learning: </a:t>
          </a:r>
          <a:r>
            <a:rPr lang="ru-RU" sz="1200" kern="1200"/>
            <a:t>Что это такое? Как использовать заранее созданную модель для анализа данных?</a:t>
          </a:r>
          <a:endParaRPr lang="en-US" sz="1200" kern="1200"/>
        </a:p>
      </dsp:txBody>
      <dsp:txXfrm>
        <a:off x="489" y="2548034"/>
        <a:ext cx="1983562" cy="1428165"/>
      </dsp:txXfrm>
    </dsp:sp>
    <dsp:sp modelId="{3F203A3F-7B9D-4FCF-BA24-6A424D9E58E0}">
      <dsp:nvSpPr>
        <dsp:cNvPr id="0" name=""/>
        <dsp:cNvSpPr/>
      </dsp:nvSpPr>
      <dsp:spPr>
        <a:xfrm>
          <a:off x="489" y="1595924"/>
          <a:ext cx="1983562" cy="952110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5932" tIns="165100" rIns="195932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01</a:t>
          </a:r>
        </a:p>
      </dsp:txBody>
      <dsp:txXfrm>
        <a:off x="489" y="1595924"/>
        <a:ext cx="1983562" cy="952110"/>
      </dsp:txXfrm>
    </dsp:sp>
    <dsp:sp modelId="{35187741-C7D0-4E3D-AF65-96EDF59CEB26}">
      <dsp:nvSpPr>
        <dsp:cNvPr id="0" name=""/>
        <dsp:cNvSpPr/>
      </dsp:nvSpPr>
      <dsp:spPr>
        <a:xfrm>
          <a:off x="2142737" y="1595924"/>
          <a:ext cx="1983562" cy="2380275"/>
        </a:xfrm>
        <a:prstGeom prst="rect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5932" tIns="0" rIns="19593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Azure </a:t>
          </a:r>
          <a:r>
            <a:rPr lang="en-US" sz="1200" kern="1200"/>
            <a:t>T</a:t>
          </a:r>
          <a:r>
            <a:rPr lang="ru-RU" sz="1200" kern="1200"/>
            <a:t>ables: как создавать таблицы, как заполнять их данными и работать с ними</a:t>
          </a:r>
          <a:endParaRPr lang="en-US" sz="1200" kern="1200"/>
        </a:p>
      </dsp:txBody>
      <dsp:txXfrm>
        <a:off x="2142737" y="2548034"/>
        <a:ext cx="1983562" cy="1428165"/>
      </dsp:txXfrm>
    </dsp:sp>
    <dsp:sp modelId="{5C2EBDD2-8B54-41CF-8FBA-9C038F3DB4A9}">
      <dsp:nvSpPr>
        <dsp:cNvPr id="0" name=""/>
        <dsp:cNvSpPr/>
      </dsp:nvSpPr>
      <dsp:spPr>
        <a:xfrm>
          <a:off x="2142737" y="1595924"/>
          <a:ext cx="1983562" cy="952110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5932" tIns="165100" rIns="195932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02</a:t>
          </a:r>
        </a:p>
      </dsp:txBody>
      <dsp:txXfrm>
        <a:off x="2142737" y="1595924"/>
        <a:ext cx="1983562" cy="952110"/>
      </dsp:txXfrm>
    </dsp:sp>
    <dsp:sp modelId="{EF5D2947-1572-4694-B555-63C898229366}">
      <dsp:nvSpPr>
        <dsp:cNvPr id="0" name=""/>
        <dsp:cNvSpPr/>
      </dsp:nvSpPr>
      <dsp:spPr>
        <a:xfrm>
          <a:off x="4284985" y="1595924"/>
          <a:ext cx="1983562" cy="2380275"/>
        </a:xfrm>
        <a:prstGeom prst="rect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5932" tIns="0" rIns="195932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/>
            <a:t>Python: узнал о подключаемых библиотеках, как взаимодействовать с </a:t>
          </a:r>
          <a:r>
            <a:rPr lang="en-US" sz="1200" kern="1200"/>
            <a:t>A</a:t>
          </a:r>
          <a:r>
            <a:rPr lang="ru-RU" sz="1200" kern="1200"/>
            <a:t>zure </a:t>
          </a:r>
          <a:r>
            <a:rPr lang="en-US" sz="1200" kern="1200"/>
            <a:t>Tables</a:t>
          </a:r>
          <a:r>
            <a:rPr lang="ru-RU" sz="1200" kern="1200"/>
            <a:t>, создавать функции в </a:t>
          </a:r>
          <a:r>
            <a:rPr lang="en-US" sz="1200" kern="1200"/>
            <a:t>Python</a:t>
          </a:r>
        </a:p>
      </dsp:txBody>
      <dsp:txXfrm>
        <a:off x="4284985" y="2548034"/>
        <a:ext cx="1983562" cy="1428165"/>
      </dsp:txXfrm>
    </dsp:sp>
    <dsp:sp modelId="{786054F9-C55A-465E-8A00-530EA1D77C14}">
      <dsp:nvSpPr>
        <dsp:cNvPr id="0" name=""/>
        <dsp:cNvSpPr/>
      </dsp:nvSpPr>
      <dsp:spPr>
        <a:xfrm>
          <a:off x="4284985" y="1595924"/>
          <a:ext cx="1983562" cy="952110"/>
        </a:xfrm>
        <a:prstGeom prst="rect">
          <a:avLst/>
        </a:prstGeom>
        <a:noFill/>
        <a:ln w="6350" cap="flat" cmpd="sng" algn="ctr">
          <a:noFill/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5932" tIns="165100" rIns="195932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03</a:t>
          </a:r>
        </a:p>
      </dsp:txBody>
      <dsp:txXfrm>
        <a:off x="4284985" y="1595924"/>
        <a:ext cx="1983562" cy="9521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00518-035D-43C0-B2CF-A8637DF0CBD4}">
      <dsp:nvSpPr>
        <dsp:cNvPr id="0" name=""/>
        <dsp:cNvSpPr/>
      </dsp:nvSpPr>
      <dsp:spPr>
        <a:xfrm>
          <a:off x="765" y="1791468"/>
          <a:ext cx="2686074" cy="17056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EC8755-BB57-4764-BFBB-1209283CBA5D}">
      <dsp:nvSpPr>
        <dsp:cNvPr id="0" name=""/>
        <dsp:cNvSpPr/>
      </dsp:nvSpPr>
      <dsp:spPr>
        <a:xfrm>
          <a:off x="299218" y="2074998"/>
          <a:ext cx="2686074" cy="1705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Сбор данных – ограничения </a:t>
          </a:r>
          <a:r>
            <a:rPr lang="en-US" sz="1900" kern="1200"/>
            <a:t>vk.com </a:t>
          </a:r>
          <a:r>
            <a:rPr lang="ru-RU" sz="1900" kern="1200"/>
            <a:t>на количество запросов, сложность отладки запросов к </a:t>
          </a:r>
          <a:r>
            <a:rPr lang="en-US" sz="1900" kern="1200"/>
            <a:t>vk.com</a:t>
          </a:r>
        </a:p>
      </dsp:txBody>
      <dsp:txXfrm>
        <a:off x="349175" y="2124955"/>
        <a:ext cx="2586160" cy="1605743"/>
      </dsp:txXfrm>
    </dsp:sp>
    <dsp:sp modelId="{8EF618D9-AB97-4AF6-998D-DF5F00B6D04F}">
      <dsp:nvSpPr>
        <dsp:cNvPr id="0" name=""/>
        <dsp:cNvSpPr/>
      </dsp:nvSpPr>
      <dsp:spPr>
        <a:xfrm>
          <a:off x="3283745" y="1791468"/>
          <a:ext cx="2686074" cy="17056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63A154-E040-41C0-B468-556071C4F75E}">
      <dsp:nvSpPr>
        <dsp:cNvPr id="0" name=""/>
        <dsp:cNvSpPr/>
      </dsp:nvSpPr>
      <dsp:spPr>
        <a:xfrm>
          <a:off x="3582198" y="2074998"/>
          <a:ext cx="2686074" cy="1705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/>
            <a:t>Плохая совместимость Azure Notebooks с программами экранного доступа</a:t>
          </a:r>
          <a:endParaRPr lang="en-US" sz="1900" kern="1200"/>
        </a:p>
      </dsp:txBody>
      <dsp:txXfrm>
        <a:off x="3632155" y="2124955"/>
        <a:ext cx="2586160" cy="16057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AFCE9-EDDC-4925-BA18-AB4B8588E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D03E99-5034-4C3F-BC0D-E30C4DE77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8B40C3-33A1-4D80-BB56-A2398A02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1351F-53CD-459F-BB4D-0F21B4F2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8E50D5-5954-49D4-AC13-277F5AAE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66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A0FE8-FEA7-4ABE-948C-008C9C74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971C22-4819-44CF-996F-F11FB3B80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3AA029-F828-41DB-837D-42018521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81D257-62D2-4788-A750-E612F5D2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2A3AC6-BC22-4E86-BF78-E2FBCCA4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637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F463F-73F4-49AA-B20A-CB1F874E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084F0E-74AD-4F39-9FD0-D010843B4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640B70-5ABB-4463-A4CB-9F7AA28C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76C34E-7B19-4192-B7CB-4ECED886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440B35-D3C5-45D8-B2BF-16660EC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68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FCCBE-A0AC-4C4D-809C-56072755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2479FB-7CD1-4C8C-B54E-20482291E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667F9A-D7A0-405A-AD27-3F7D188F4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F061BB-FC4E-404E-B930-141B302B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89E72C-653E-4B9C-8E7C-F756DDDD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A9DE8B-7B12-4160-B386-E275074A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514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D8E0A-F4C7-4E67-95C5-8F9D2921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B85DBC-95FF-43E2-92A8-9F2788360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D53B09-0CE6-44BB-AD6E-F9E2060EC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BFC106-8F3F-472B-A0B9-C128AEE45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6059BB-4B3C-4AD3-B7EB-92258ECFD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F881FED-FA92-4A65-BF7A-8761F607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7D59DD7-D64A-4753-898E-3CA640F0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7627F9-7866-4C3F-86E8-108BEEA5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31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0440D2-A00B-44B7-BDEE-58452851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56F766-77FA-4E33-BF8B-9B45DD3B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CC7E78-D141-482E-AE4E-2561C6A3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3AE9D9-DA2B-401C-9A88-1C43EE3C5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30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AF08E5E-C2F4-4DB6-BB3F-C13601BD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649C36-617C-44BE-83D1-365CABDE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4BE8B1-E26D-4425-8626-A3547EA6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3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27AB8-7430-4C53-8473-3DC3F35D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2A0DA-A62A-4C4E-BC08-1E30B46C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38FA83-A9B4-44E9-9242-E952ECAE2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F5D8DE-2793-4F1A-9F14-5BA4508E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C5A2B7-E5BA-42F3-BFDE-20FFEB38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AEB49F-B8B0-464A-A893-041A79CF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77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18CCB4-9434-4670-B00F-2374361B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10EC15-C7EE-4805-80CE-9131442A0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4DB34F-B192-4E33-938B-67A3107A4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C5AA8A-DD1A-4E4B-A4CC-041B1E88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7364B9-8DEB-4F9D-9F57-E9D97823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1540B1-3CC8-47FD-83D7-A37B154D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66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F565C7-3A1C-4141-B8AF-5E4DF070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D9C685-70AC-4755-8A0B-212E9BC5F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9DD8F5-7A2C-44B9-B0AA-27333F84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8E9BA-692F-490B-A865-F01C4795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B94D7B-1C02-4365-9B81-F159339A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42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5C00B9-365F-4857-83EE-23C8B341DA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6BBA0F-C5AE-4EC2-BB30-38292E745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9118A6-2BEF-4FC2-9EC6-2D952577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06286-0810-4889-94BB-2D4B7433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21B701-DB77-43F2-93FF-00CF6701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04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4E8E6-7231-416F-9505-74FE47D6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50EE19-B221-4029-B7A1-C467C1500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24A81-9459-4CCF-A12A-938746408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928FB-85B5-4AF0-8F86-D4B072E817D5}" type="datetimeFigureOut">
              <a:rPr lang="ru-RU" smtClean="0"/>
              <a:t>05.12.2017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C88027-78BF-47EC-BB96-161B13AC5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1652C8-0188-4D9A-8549-A305CA37E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C31DE-2B26-4DA5-A410-E948F320E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94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9AE206-7EBA-4D33-8BC9-9D8158553F0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8E38ED-369A-44C2-B635-0BED0E48A6E8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00392" y="4525347"/>
            <a:ext cx="0" cy="1737360"/>
          </a:xfrm>
          <a:prstGeom prst="line">
            <a:avLst/>
          </a:prstGeom>
          <a:ln w="19050" cap="sq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B672F332-AF08-46C6-94F0-77684310D7B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5001" y="2466604"/>
            <a:ext cx="962395" cy="9623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244EF8-D73A-40E1-BE73-D46E6B4B04E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5829" y="2327988"/>
            <a:ext cx="293695" cy="293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B84D7E8-4ECB-42D7-ADBF-01689B0F24A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2113" y="0"/>
            <a:ext cx="5699887" cy="4059244"/>
          </a:xfrm>
          <a:custGeom>
            <a:avLst/>
            <a:gdLst>
              <a:gd name="connsiteX0" fmla="*/ 0 w 5699887"/>
              <a:gd name="connsiteY0" fmla="*/ 0 h 4059244"/>
              <a:gd name="connsiteX1" fmla="*/ 5699887 w 5699887"/>
              <a:gd name="connsiteY1" fmla="*/ 0 h 4059244"/>
              <a:gd name="connsiteX2" fmla="*/ 5699887 w 5699887"/>
              <a:gd name="connsiteY2" fmla="*/ 3944096 h 4059244"/>
              <a:gd name="connsiteX3" fmla="*/ 5525775 w 5699887"/>
              <a:gd name="connsiteY3" fmla="*/ 3980429 h 4059244"/>
              <a:gd name="connsiteX4" fmla="*/ 4663256 w 5699887"/>
              <a:gd name="connsiteY4" fmla="*/ 4059244 h 4059244"/>
              <a:gd name="connsiteX5" fmla="*/ 8566 w 5699887"/>
              <a:gd name="connsiteY5" fmla="*/ 67422 h 4059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99887" h="4059244">
                <a:moveTo>
                  <a:pt x="0" y="0"/>
                </a:moveTo>
                <a:lnTo>
                  <a:pt x="5699887" y="0"/>
                </a:lnTo>
                <a:lnTo>
                  <a:pt x="5699887" y="3944096"/>
                </a:lnTo>
                <a:lnTo>
                  <a:pt x="5525775" y="3980429"/>
                </a:lnTo>
                <a:cubicBezTo>
                  <a:pt x="5246154" y="4032190"/>
                  <a:pt x="4957865" y="4059244"/>
                  <a:pt x="4663256" y="4059244"/>
                </a:cubicBezTo>
                <a:cubicBezTo>
                  <a:pt x="2306390" y="4059244"/>
                  <a:pt x="353936" y="2327747"/>
                  <a:pt x="8566" y="6742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37D937-A7F1-4011-92B4-328E5BE1B16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567" y="620480"/>
            <a:ext cx="2243800" cy="22437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DC413-B1DE-4DC4-9821-4651E3BFF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257" y="4525347"/>
            <a:ext cx="6939722" cy="1737360"/>
          </a:xfrm>
        </p:spPr>
        <p:txBody>
          <a:bodyPr anchor="ctr">
            <a:normAutofit/>
          </a:bodyPr>
          <a:lstStyle/>
          <a:p>
            <a:pPr algn="r"/>
            <a:r>
              <a:rPr lang="ru-RU" sz="5100"/>
              <a:t>Анализ степени влияния моих друзей </a:t>
            </a:r>
            <a:r>
              <a:rPr lang="en-US" sz="5100"/>
              <a:t>Vk.com</a:t>
            </a:r>
            <a:endParaRPr lang="ru-RU" sz="51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6339DF-5367-4D29-8F31-CFEB3CE91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0762" y="4525347"/>
            <a:ext cx="3211288" cy="1737360"/>
          </a:xfrm>
        </p:spPr>
        <p:txBody>
          <a:bodyPr anchor="ctr">
            <a:normAutofit/>
          </a:bodyPr>
          <a:lstStyle/>
          <a:p>
            <a:pPr algn="l"/>
            <a:r>
              <a:rPr lang="ru-RU" sz="2200"/>
              <a:t>Приложение на </a:t>
            </a:r>
            <a:r>
              <a:rPr lang="en-US" sz="2200"/>
              <a:t>Python, </a:t>
            </a:r>
            <a:r>
              <a:rPr lang="ru-RU" sz="2200"/>
              <a:t>с использованием </a:t>
            </a:r>
            <a:r>
              <a:rPr lang="en-US" sz="2200"/>
              <a:t>Azure Machine Learning, Azure Notebooks, Azure Tables, </a:t>
            </a:r>
            <a:r>
              <a:rPr lang="ru-RU" sz="2200"/>
              <a:t>и </a:t>
            </a:r>
            <a:r>
              <a:rPr lang="en-US" sz="2200" err="1"/>
              <a:t>Vk.api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2251798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A9948-07E8-442C-9BBC-FBA2073A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Профессия: </a:t>
            </a:r>
            <a:r>
              <a:rPr lang="en-US">
                <a:solidFill>
                  <a:srgbClr val="FFFFFF"/>
                </a:solidFill>
              </a:rPr>
              <a:t>Data Scientist</a:t>
            </a:r>
            <a:endParaRPr lang="ru-RU">
              <a:solidFill>
                <a:srgbClr val="FFFFFF"/>
              </a:solidFill>
            </a:endParaRPr>
          </a:p>
        </p:txBody>
      </p:sp>
      <p:graphicFrame>
        <p:nvGraphicFramePr>
          <p:cNvPr id="5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5291793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06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3B0DF90E-6BAD-4E82-8FDF-717C9A35737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D9E307-EFE1-4D6C-A335-95383C73F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ru-RU" dirty="0"/>
              <a:t>Использованные технологии</a:t>
            </a:r>
          </a:p>
        </p:txBody>
      </p:sp>
      <p:graphicFrame>
        <p:nvGraphicFramePr>
          <p:cNvPr id="19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620111"/>
              </p:ext>
            </p:extLst>
          </p:nvPr>
        </p:nvGraphicFramePr>
        <p:xfrm>
          <a:off x="838200" y="2022475"/>
          <a:ext cx="10515600" cy="4154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521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4B3ED-F0C9-446C-9295-68D1612E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индекса популярности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326685-D2AE-4E76-A1B0-3488317F9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оценки популярности пользователей </a:t>
            </a:r>
            <a:r>
              <a:rPr lang="en-US" dirty="0"/>
              <a:t>vk.com </a:t>
            </a:r>
            <a:r>
              <a:rPr lang="ru-RU" dirty="0"/>
              <a:t>мы адаптировали модель, разработанную для </a:t>
            </a:r>
            <a:r>
              <a:rPr lang="en-US" dirty="0"/>
              <a:t>Twitter, </a:t>
            </a:r>
            <a:r>
              <a:rPr lang="ru-RU" dirty="0"/>
              <a:t>которую мы нашли в </a:t>
            </a:r>
            <a:r>
              <a:rPr lang="en-US" dirty="0"/>
              <a:t>Azure Notebooks</a:t>
            </a:r>
          </a:p>
          <a:p>
            <a:r>
              <a:rPr lang="ru-RU" dirty="0"/>
              <a:t>Модель использует следующие параметры:</a:t>
            </a:r>
          </a:p>
          <a:p>
            <a:pPr lvl="1"/>
            <a:r>
              <a:rPr lang="ru-RU" dirty="0"/>
              <a:t>Количество друзей, постов, групп, репостов, лайков и т.д.</a:t>
            </a:r>
          </a:p>
          <a:p>
            <a:pPr lvl="1"/>
            <a:r>
              <a:rPr lang="ru-RU" dirty="0"/>
              <a:t>Индекс </a:t>
            </a:r>
            <a:r>
              <a:rPr lang="ru-RU" dirty="0" err="1"/>
              <a:t>Хирша</a:t>
            </a:r>
            <a:r>
              <a:rPr lang="ru-RU" dirty="0"/>
              <a:t> для лайков и репостов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marL="457200" lvl="1" indent="0">
              <a:buNone/>
            </a:pPr>
            <a:r>
              <a:rPr lang="ru-RU" sz="1900" i="1" dirty="0"/>
              <a:t>Индекс вычисляется на основе распределения цитирований работ данного исследователя. Согласно </a:t>
            </a:r>
            <a:r>
              <a:rPr lang="ru-RU" sz="1900" i="1" dirty="0" err="1"/>
              <a:t>Хиршу</a:t>
            </a:r>
            <a:r>
              <a:rPr lang="ru-RU" sz="1900" i="1" dirty="0"/>
              <a:t>:</a:t>
            </a:r>
          </a:p>
          <a:p>
            <a:pPr marL="457200" lvl="1" indent="0">
              <a:buNone/>
            </a:pPr>
            <a:endParaRPr lang="ru-RU" sz="1900" i="1" dirty="0"/>
          </a:p>
          <a:p>
            <a:pPr marL="457200" lvl="1" indent="0">
              <a:buNone/>
            </a:pPr>
            <a:r>
              <a:rPr lang="ru-RU" sz="1900" i="1" dirty="0"/>
              <a:t>Учёный имеет индекс h, если h из его </a:t>
            </a:r>
            <a:r>
              <a:rPr lang="ru-RU" sz="1900" i="1" dirty="0" err="1"/>
              <a:t>Np</a:t>
            </a:r>
            <a:r>
              <a:rPr lang="ru-RU" sz="1900" i="1" dirty="0"/>
              <a:t> статей цитируются как минимум h раз каждая, в то время как оставшиеся (</a:t>
            </a:r>
            <a:r>
              <a:rPr lang="ru-RU" sz="1900" i="1" dirty="0" err="1"/>
              <a:t>Np</a:t>
            </a:r>
            <a:r>
              <a:rPr lang="ru-RU" sz="1900" i="1" dirty="0"/>
              <a:t> — h) статей цитируются не более чем h раз каждая.</a:t>
            </a:r>
          </a:p>
        </p:txBody>
      </p:sp>
    </p:spTree>
    <p:extLst>
      <p:ext uri="{BB962C8B-B14F-4D97-AF65-F5344CB8AC3E}">
        <p14:creationId xmlns:p14="http://schemas.microsoft.com/office/powerpoint/2010/main" val="293064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3B3A1-587A-4180-9944-89BE3EA7C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Что нового я узнал:</a:t>
            </a:r>
          </a:p>
        </p:txBody>
      </p:sp>
      <p:graphicFrame>
        <p:nvGraphicFramePr>
          <p:cNvPr id="5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979252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553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16121-0425-4DBE-882D-BA98AFC86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Возникавшие проблемы:</a:t>
            </a:r>
          </a:p>
        </p:txBody>
      </p:sp>
      <p:graphicFrame>
        <p:nvGraphicFramePr>
          <p:cNvPr id="5" name="Объект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767607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736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C93AF-4EA4-4C2D-A657-566FB9848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78FE0DA8-0F96-4D93-8C0A-50586C1DFD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89149" y="1846739"/>
          <a:ext cx="8013702" cy="4309110"/>
        </p:xfrm>
        <a:graphic>
          <a:graphicData uri="http://schemas.openxmlformats.org/drawingml/2006/table">
            <a:tbl>
              <a:tblPr/>
              <a:tblGrid>
                <a:gridCol w="1191440">
                  <a:extLst>
                    <a:ext uri="{9D8B030D-6E8A-4147-A177-3AD203B41FA5}">
                      <a16:colId xmlns:a16="http://schemas.microsoft.com/office/drawing/2014/main" val="1172517690"/>
                    </a:ext>
                  </a:extLst>
                </a:gridCol>
                <a:gridCol w="1169259">
                  <a:extLst>
                    <a:ext uri="{9D8B030D-6E8A-4147-A177-3AD203B41FA5}">
                      <a16:colId xmlns:a16="http://schemas.microsoft.com/office/drawing/2014/main" val="964792521"/>
                    </a:ext>
                  </a:extLst>
                </a:gridCol>
                <a:gridCol w="1169259">
                  <a:extLst>
                    <a:ext uri="{9D8B030D-6E8A-4147-A177-3AD203B41FA5}">
                      <a16:colId xmlns:a16="http://schemas.microsoft.com/office/drawing/2014/main" val="2381872693"/>
                    </a:ext>
                  </a:extLst>
                </a:gridCol>
                <a:gridCol w="1169259">
                  <a:extLst>
                    <a:ext uri="{9D8B030D-6E8A-4147-A177-3AD203B41FA5}">
                      <a16:colId xmlns:a16="http://schemas.microsoft.com/office/drawing/2014/main" val="2551141288"/>
                    </a:ext>
                  </a:extLst>
                </a:gridCol>
                <a:gridCol w="1169259">
                  <a:extLst>
                    <a:ext uri="{9D8B030D-6E8A-4147-A177-3AD203B41FA5}">
                      <a16:colId xmlns:a16="http://schemas.microsoft.com/office/drawing/2014/main" val="3688440865"/>
                    </a:ext>
                  </a:extLst>
                </a:gridCol>
                <a:gridCol w="1169259">
                  <a:extLst>
                    <a:ext uri="{9D8B030D-6E8A-4147-A177-3AD203B41FA5}">
                      <a16:colId xmlns:a16="http://schemas.microsoft.com/office/drawing/2014/main" val="571290778"/>
                    </a:ext>
                  </a:extLst>
                </a:gridCol>
                <a:gridCol w="975967">
                  <a:extLst>
                    <a:ext uri="{9D8B030D-6E8A-4147-A177-3AD203B41FA5}">
                      <a16:colId xmlns:a16="http://schemas.microsoft.com/office/drawing/2014/main" val="32298128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Full_Name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influence_score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friends_count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posts_count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likes_count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reposts_hIndex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likes_hIndex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1619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Город Домодедово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0,837733819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43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Данил Плешаков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0,765709998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9147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Екатерина Фаевцева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0,74074408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44258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131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Михаил Самарский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0,623952471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230838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990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Богдан Тимберг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0,568524553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4866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Наташа Минакова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0,561004143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6217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Руслан Копылов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0,527672713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6417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Матвей Богатырёв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0,516823577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9663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Кирилл Золотарев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0,51421096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5658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Даша Слюсаренко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0,509896855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5878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Калимат Стечкина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0,499568937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9587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Мария Генделева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0,485105003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14795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7668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Вика Позняк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0,483835053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935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Аня Дворянчикова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0,456424245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5786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Серьожа Друзьяк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0,427227817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4399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67477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949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Олег Прыхненко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0,415970691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201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Оксана Бибикова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0,405652217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8890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Елизавета Бибикова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0,403858817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1375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Ксения Гришина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0,402891975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6590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Дмитрий Сахаров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0,383123288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1694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D0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39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29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E89D5E-1885-4160-AC77-CC471DD1D0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0D2BD1-98F9-412D-905B-3A843EF4078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B8E9A-2D9F-405F-976F-24F3CA1A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</a:rPr>
              <a:t>Результат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55EFA61-03E1-4611-9AE2-5D641D2671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679540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488496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487</Words>
  <Application>Microsoft Office PowerPoint</Application>
  <PresentationFormat>Широкоэкранный</PresentationFormat>
  <Paragraphs>183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Анализ степени влияния моих друзей Vk.com</vt:lpstr>
      <vt:lpstr>Профессия: Data Scientist</vt:lpstr>
      <vt:lpstr>Использованные технологии</vt:lpstr>
      <vt:lpstr>Вычисление индекса популярности</vt:lpstr>
      <vt:lpstr>Что нового я узнал:</vt:lpstr>
      <vt:lpstr>Возникавшие проблемы:</vt:lpstr>
      <vt:lpstr>Результат</vt:lpstr>
      <vt:lpstr>Результат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степени влияния моих друзей Vk.com</dc:title>
  <dc:creator>Брежнев Леонид Ильич</dc:creator>
  <cp:lastModifiedBy>Брежнев Леонид Ильич</cp:lastModifiedBy>
  <cp:revision>12</cp:revision>
  <dcterms:created xsi:type="dcterms:W3CDTF">2017-12-05T17:50:21Z</dcterms:created>
  <dcterms:modified xsi:type="dcterms:W3CDTF">2017-12-05T19:14:00Z</dcterms:modified>
</cp:coreProperties>
</file>